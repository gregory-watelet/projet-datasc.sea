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6" r:id="rId1"/>
  </p:sldMasterIdLst>
  <p:sldIdLst>
    <p:sldId id="256" r:id="rId2"/>
    <p:sldId id="268" r:id="rId3"/>
    <p:sldId id="269" r:id="rId4"/>
    <p:sldId id="257" r:id="rId5"/>
    <p:sldId id="270" r:id="rId7"/>
    <p:sldId id="263" r:id="rId8"/>
    <p:sldId id="259" r:id="rId9"/>
    <p:sldId id="258" r:id="rId10"/>
    <p:sldId id="267" r:id="rId11"/>
    <p:sldId id="271" r:id="rId12"/>
    <p:sldId id="275" r:id="rId13"/>
    <p:sldId id="260" r:id="rId14"/>
    <p:sldId id="264" r:id="rId15"/>
    <p:sldId id="276" r:id="rId16"/>
    <p:sldId id="265" r:id="rId17"/>
    <p:sldId id="266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AF54E7-D413-6CCE-FE5A-9E0B9A824EBE}" v="244" dt="2026-05-17T14:10:50.956"/>
    <p1510:client id="{24D2B3C9-3537-3D8C-CE81-6442A0955B40}" v="69" dt="2026-05-17T10:18:01.176"/>
    <p1510:client id="{37D26D73-4665-C4E1-12C1-30387B6260F6}" v="304" dt="2026-05-17T13:58:12.040"/>
    <p1510:client id="{BA18B657-B671-C6B3-DF60-A772AB90D0A3}" v="19" dt="2026-05-17T12:59:30.261"/>
    <p1510:client id="{E70B5F99-A5D7-327D-E7A3-5F4E5D002BBA}" v="1" dt="2026-05-17T14:12:18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TOUSSAINT" userId="138656c8a753f2df" providerId="Windows Live" clId="Web-{BA18B657-B671-C6B3-DF60-A772AB90D0A3}"/>
    <pc:docChg chg="delSld modSld">
      <pc:chgData name="Paul TOUSSAINT" userId="138656c8a753f2df" providerId="Windows Live" clId="Web-{BA18B657-B671-C6B3-DF60-A772AB90D0A3}" dt="2026-05-17T12:59:30.261" v="17"/>
      <pc:docMkLst>
        <pc:docMk/>
      </pc:docMkLst>
      <pc:sldChg chg="modSp">
        <pc:chgData name="Paul TOUSSAINT" userId="138656c8a753f2df" providerId="Windows Live" clId="Web-{BA18B657-B671-C6B3-DF60-A772AB90D0A3}" dt="2026-05-17T12:23:49.222" v="5" actId="1076"/>
        <pc:sldMkLst>
          <pc:docMk/>
          <pc:sldMk cId="0" sldId="257"/>
        </pc:sldMkLst>
        <pc:spChg chg="mod">
          <ac:chgData name="Paul TOUSSAINT" userId="138656c8a753f2df" providerId="Windows Live" clId="Web-{BA18B657-B671-C6B3-DF60-A772AB90D0A3}" dt="2026-05-17T12:23:49.191" v="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Paul TOUSSAINT" userId="138656c8a753f2df" providerId="Windows Live" clId="Web-{BA18B657-B671-C6B3-DF60-A772AB90D0A3}" dt="2026-05-17T12:23:49.191" v="1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Paul TOUSSAINT" userId="138656c8a753f2df" providerId="Windows Live" clId="Web-{BA18B657-B671-C6B3-DF60-A772AB90D0A3}" dt="2026-05-17T12:23:49.207" v="2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Paul TOUSSAINT" userId="138656c8a753f2df" providerId="Windows Live" clId="Web-{BA18B657-B671-C6B3-DF60-A772AB90D0A3}" dt="2026-05-17T12:23:49.207" v="3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Paul TOUSSAINT" userId="138656c8a753f2df" providerId="Windows Live" clId="Web-{BA18B657-B671-C6B3-DF60-A772AB90D0A3}" dt="2026-05-17T12:23:49.222" v="4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Paul TOUSSAINT" userId="138656c8a753f2df" providerId="Windows Live" clId="Web-{BA18B657-B671-C6B3-DF60-A772AB90D0A3}" dt="2026-05-17T12:23:49.222" v="5" actId="1076"/>
          <ac:spMkLst>
            <pc:docMk/>
            <pc:sldMk cId="0" sldId="257"/>
            <ac:spMk id="9" creationId="{00000000-0000-0000-0000-000000000000}"/>
          </ac:spMkLst>
        </pc:spChg>
      </pc:sldChg>
      <pc:sldChg chg="addSp delSp modSp">
        <pc:chgData name="Paul TOUSSAINT" userId="138656c8a753f2df" providerId="Windows Live" clId="Web-{BA18B657-B671-C6B3-DF60-A772AB90D0A3}" dt="2026-05-17T12:57:46.089" v="16" actId="1076"/>
        <pc:sldMkLst>
          <pc:docMk/>
          <pc:sldMk cId="0" sldId="259"/>
        </pc:sldMkLst>
        <pc:spChg chg="del">
          <ac:chgData name="Paul TOUSSAINT" userId="138656c8a753f2df" providerId="Windows Live" clId="Web-{BA18B657-B671-C6B3-DF60-A772AB90D0A3}" dt="2026-05-17T12:55:26.495" v="9"/>
          <ac:spMkLst>
            <pc:docMk/>
            <pc:sldMk cId="0" sldId="259"/>
            <ac:spMk id="4" creationId="{00000000-0000-0000-0000-000000000000}"/>
          </ac:spMkLst>
        </pc:spChg>
        <pc:spChg chg="del">
          <ac:chgData name="Paul TOUSSAINT" userId="138656c8a753f2df" providerId="Windows Live" clId="Web-{BA18B657-B671-C6B3-DF60-A772AB90D0A3}" dt="2026-05-17T12:55:26.495" v="8"/>
          <ac:spMkLst>
            <pc:docMk/>
            <pc:sldMk cId="0" sldId="259"/>
            <ac:spMk id="5" creationId="{00000000-0000-0000-0000-000000000000}"/>
          </ac:spMkLst>
        </pc:spChg>
        <pc:spChg chg="del">
          <ac:chgData name="Paul TOUSSAINT" userId="138656c8a753f2df" providerId="Windows Live" clId="Web-{BA18B657-B671-C6B3-DF60-A772AB90D0A3}" dt="2026-05-17T12:55:26.495" v="7"/>
          <ac:spMkLst>
            <pc:docMk/>
            <pc:sldMk cId="0" sldId="259"/>
            <ac:spMk id="6" creationId="{00000000-0000-0000-0000-000000000000}"/>
          </ac:spMkLst>
        </pc:spChg>
        <pc:spChg chg="del">
          <ac:chgData name="Paul TOUSSAINT" userId="138656c8a753f2df" providerId="Windows Live" clId="Web-{BA18B657-B671-C6B3-DF60-A772AB90D0A3}" dt="2026-05-17T12:55:26.495" v="6"/>
          <ac:spMkLst>
            <pc:docMk/>
            <pc:sldMk cId="0" sldId="259"/>
            <ac:spMk id="7" creationId="{00000000-0000-0000-0000-000000000000}"/>
          </ac:spMkLst>
        </pc:spChg>
        <pc:picChg chg="add mod">
          <ac:chgData name="Paul TOUSSAINT" userId="138656c8a753f2df" providerId="Windows Live" clId="Web-{BA18B657-B671-C6B3-DF60-A772AB90D0A3}" dt="2026-05-17T12:57:46.089" v="16" actId="1076"/>
          <ac:picMkLst>
            <pc:docMk/>
            <pc:sldMk cId="0" sldId="259"/>
            <ac:picMk id="8" creationId="{803FEF84-E8C8-F054-FC29-4C79B0B29DC0}"/>
          </ac:picMkLst>
        </pc:picChg>
      </pc:sldChg>
      <pc:sldChg chg="del">
        <pc:chgData name="Paul TOUSSAINT" userId="138656c8a753f2df" providerId="Windows Live" clId="Web-{BA18B657-B671-C6B3-DF60-A772AB90D0A3}" dt="2026-05-17T12:59:30.261" v="17"/>
        <pc:sldMkLst>
          <pc:docMk/>
          <pc:sldMk cId="0" sldId="261"/>
        </pc:sldMkLst>
      </pc:sldChg>
    </pc:docChg>
  </pc:docChgLst>
  <pc:docChgLst>
    <pc:chgData name="Gregory Watelet" userId="8e46b4cef9b168b7" providerId="Windows Live" clId="Web-{E70B5F99-A5D7-327D-E7A3-5F4E5D002BBA}"/>
    <pc:docChg chg="sldOrd">
      <pc:chgData name="Gregory Watelet" userId="8e46b4cef9b168b7" providerId="Windows Live" clId="Web-{E70B5F99-A5D7-327D-E7A3-5F4E5D002BBA}" dt="2026-05-17T14:12:18.532" v="0"/>
      <pc:docMkLst>
        <pc:docMk/>
      </pc:docMkLst>
      <pc:sldChg chg="ord">
        <pc:chgData name="Gregory Watelet" userId="8e46b4cef9b168b7" providerId="Windows Live" clId="Web-{E70B5F99-A5D7-327D-E7A3-5F4E5D002BBA}" dt="2026-05-17T14:12:18.532" v="0"/>
        <pc:sldMkLst>
          <pc:docMk/>
          <pc:sldMk cId="3917479286" sldId="277"/>
        </pc:sldMkLst>
      </pc:sldChg>
    </pc:docChg>
  </pc:docChgLst>
  <pc:docChgLst>
    <pc:chgData name="Gregory Watelet" userId="8e46b4cef9b168b7" providerId="Windows Live" clId="Web-{37D26D73-4665-C4E1-12C1-30387B6260F6}"/>
    <pc:docChg chg="modSld sldOrd">
      <pc:chgData name="Gregory Watelet" userId="8e46b4cef9b168b7" providerId="Windows Live" clId="Web-{37D26D73-4665-C4E1-12C1-30387B6260F6}" dt="2026-05-17T13:58:12.040" v="292" actId="20577"/>
      <pc:docMkLst>
        <pc:docMk/>
      </pc:docMkLst>
      <pc:sldChg chg="modSp">
        <pc:chgData name="Gregory Watelet" userId="8e46b4cef9b168b7" providerId="Windows Live" clId="Web-{37D26D73-4665-C4E1-12C1-30387B6260F6}" dt="2026-05-17T13:42:56.552" v="56" actId="20577"/>
        <pc:sldMkLst>
          <pc:docMk/>
          <pc:sldMk cId="0" sldId="259"/>
        </pc:sldMkLst>
        <pc:spChg chg="mod">
          <ac:chgData name="Gregory Watelet" userId="8e46b4cef9b168b7" providerId="Windows Live" clId="Web-{37D26D73-4665-C4E1-12C1-30387B6260F6}" dt="2026-05-17T13:42:56.552" v="56" actId="20577"/>
          <ac:spMkLst>
            <pc:docMk/>
            <pc:sldMk cId="0" sldId="259"/>
            <ac:spMk id="3" creationId="{00000000-0000-0000-0000-000000000000}"/>
          </ac:spMkLst>
        </pc:spChg>
      </pc:sldChg>
      <pc:sldChg chg="ord">
        <pc:chgData name="Gregory Watelet" userId="8e46b4cef9b168b7" providerId="Windows Live" clId="Web-{37D26D73-4665-C4E1-12C1-30387B6260F6}" dt="2026-05-17T13:49:52.538" v="62"/>
        <pc:sldMkLst>
          <pc:docMk/>
          <pc:sldMk cId="0" sldId="260"/>
        </pc:sldMkLst>
      </pc:sldChg>
      <pc:sldChg chg="ord">
        <pc:chgData name="Gregory Watelet" userId="8e46b4cef9b168b7" providerId="Windows Live" clId="Web-{37D26D73-4665-C4E1-12C1-30387B6260F6}" dt="2026-05-17T13:49:08.192" v="60"/>
        <pc:sldMkLst>
          <pc:docMk/>
          <pc:sldMk cId="0" sldId="262"/>
        </pc:sldMkLst>
      </pc:sldChg>
      <pc:sldChg chg="modSp">
        <pc:chgData name="Gregory Watelet" userId="8e46b4cef9b168b7" providerId="Windows Live" clId="Web-{37D26D73-4665-C4E1-12C1-30387B6260F6}" dt="2026-05-17T13:53:09.483" v="291"/>
        <pc:sldMkLst>
          <pc:docMk/>
          <pc:sldMk cId="0" sldId="264"/>
        </pc:sldMkLst>
        <pc:spChg chg="mod">
          <ac:chgData name="Gregory Watelet" userId="8e46b4cef9b168b7" providerId="Windows Live" clId="Web-{37D26D73-4665-C4E1-12C1-30387B6260F6}" dt="2026-05-17T13:51:51.902" v="119" actId="20577"/>
          <ac:spMkLst>
            <pc:docMk/>
            <pc:sldMk cId="0" sldId="264"/>
            <ac:spMk id="3" creationId="{00000000-0000-0000-0000-000000000000}"/>
          </ac:spMkLst>
        </pc:spChg>
        <pc:graphicFrameChg chg="mod modGraphic">
          <ac:chgData name="Gregory Watelet" userId="8e46b4cef9b168b7" providerId="Windows Live" clId="Web-{37D26D73-4665-C4E1-12C1-30387B6260F6}" dt="2026-05-17T13:53:09.483" v="291"/>
          <ac:graphicFrameMkLst>
            <pc:docMk/>
            <pc:sldMk cId="0" sldId="264"/>
            <ac:graphicFrameMk id="4" creationId="{00000000-0000-0000-0000-000000000000}"/>
          </ac:graphicFrameMkLst>
        </pc:graphicFrameChg>
      </pc:sldChg>
      <pc:sldChg chg="modSp">
        <pc:chgData name="Gregory Watelet" userId="8e46b4cef9b168b7" providerId="Windows Live" clId="Web-{37D26D73-4665-C4E1-12C1-30387B6260F6}" dt="2026-05-17T13:40:49.110" v="16" actId="20577"/>
        <pc:sldMkLst>
          <pc:docMk/>
          <pc:sldMk cId="0" sldId="270"/>
        </pc:sldMkLst>
        <pc:spChg chg="mod">
          <ac:chgData name="Gregory Watelet" userId="8e46b4cef9b168b7" providerId="Windows Live" clId="Web-{37D26D73-4665-C4E1-12C1-30387B6260F6}" dt="2026-05-17T13:40:49.110" v="16" actId="20577"/>
          <ac:spMkLst>
            <pc:docMk/>
            <pc:sldMk cId="0" sldId="270"/>
            <ac:spMk id="4" creationId="{00000000-0000-0000-0000-000000000000}"/>
          </ac:spMkLst>
        </pc:spChg>
      </pc:sldChg>
      <pc:sldChg chg="modSp ord">
        <pc:chgData name="Gregory Watelet" userId="8e46b4cef9b168b7" providerId="Windows Live" clId="Web-{37D26D73-4665-C4E1-12C1-30387B6260F6}" dt="2026-05-17T13:47:02.390" v="58" actId="20577"/>
        <pc:sldMkLst>
          <pc:docMk/>
          <pc:sldMk cId="0" sldId="271"/>
        </pc:sldMkLst>
        <pc:spChg chg="mod">
          <ac:chgData name="Gregory Watelet" userId="8e46b4cef9b168b7" providerId="Windows Live" clId="Web-{37D26D73-4665-C4E1-12C1-30387B6260F6}" dt="2026-05-17T13:47:02.390" v="58" actId="20577"/>
          <ac:spMkLst>
            <pc:docMk/>
            <pc:sldMk cId="0" sldId="271"/>
            <ac:spMk id="4" creationId="{00000000-0000-0000-0000-000000000000}"/>
          </ac:spMkLst>
        </pc:spChg>
      </pc:sldChg>
      <pc:sldChg chg="modSp">
        <pc:chgData name="Gregory Watelet" userId="8e46b4cef9b168b7" providerId="Windows Live" clId="Web-{37D26D73-4665-C4E1-12C1-30387B6260F6}" dt="2026-05-17T13:58:12.040" v="292" actId="20577"/>
        <pc:sldMkLst>
          <pc:docMk/>
          <pc:sldMk cId="0" sldId="273"/>
        </pc:sldMkLst>
        <pc:spChg chg="mod">
          <ac:chgData name="Gregory Watelet" userId="8e46b4cef9b168b7" providerId="Windows Live" clId="Web-{37D26D73-4665-C4E1-12C1-30387B6260F6}" dt="2026-05-17T13:58:12.040" v="292" actId="20577"/>
          <ac:spMkLst>
            <pc:docMk/>
            <pc:sldMk cId="0" sldId="273"/>
            <ac:spMk id="4" creationId="{00000000-0000-0000-0000-000000000000}"/>
          </ac:spMkLst>
        </pc:spChg>
      </pc:sldChg>
      <pc:sldChg chg="ord">
        <pc:chgData name="Gregory Watelet" userId="8e46b4cef9b168b7" providerId="Windows Live" clId="Web-{37D26D73-4665-C4E1-12C1-30387B6260F6}" dt="2026-05-17T13:49:15.692" v="61"/>
        <pc:sldMkLst>
          <pc:docMk/>
          <pc:sldMk cId="1512606854" sldId="275"/>
        </pc:sldMkLst>
      </pc:sldChg>
      <pc:sldChg chg="modSp">
        <pc:chgData name="Gregory Watelet" userId="8e46b4cef9b168b7" providerId="Windows Live" clId="Web-{37D26D73-4665-C4E1-12C1-30387B6260F6}" dt="2026-05-17T13:28:48.129" v="2" actId="1076"/>
        <pc:sldMkLst>
          <pc:docMk/>
          <pc:sldMk cId="3444752709" sldId="276"/>
        </pc:sldMkLst>
        <pc:picChg chg="mod">
          <ac:chgData name="Gregory Watelet" userId="8e46b4cef9b168b7" providerId="Windows Live" clId="Web-{37D26D73-4665-C4E1-12C1-30387B6260F6}" dt="2026-05-17T13:28:48.129" v="2" actId="1076"/>
          <ac:picMkLst>
            <pc:docMk/>
            <pc:sldMk cId="3444752709" sldId="276"/>
            <ac:picMk id="2" creationId="{92B3D6E7-D4C2-6EE2-ED59-195C689BA84F}"/>
          </ac:picMkLst>
        </pc:picChg>
      </pc:sldChg>
    </pc:docChg>
  </pc:docChgLst>
  <pc:docChgLst>
    <pc:chgData name="Paul TOUSSAINT" userId="138656c8a753f2df" providerId="Windows Live" clId="Web-{24D2B3C9-3537-3D8C-CE81-6442A0955B40}"/>
    <pc:docChg chg="mod modSld addMainMaster delMainMaster">
      <pc:chgData name="Paul TOUSSAINT" userId="138656c8a753f2df" providerId="Windows Live" clId="Web-{24D2B3C9-3537-3D8C-CE81-6442A0955B40}" dt="2026-05-17T10:18:01.176" v="36" actId="1076"/>
      <pc:docMkLst>
        <pc:docMk/>
      </pc:docMkLst>
      <pc:sldChg chg="delSp modSp mod modClrScheme chgLayout">
        <pc:chgData name="Paul TOUSSAINT" userId="138656c8a753f2df" providerId="Windows Live" clId="Web-{24D2B3C9-3537-3D8C-CE81-6442A0955B40}" dt="2026-05-17T10:18:01.176" v="36" actId="1076"/>
        <pc:sldMkLst>
          <pc:docMk/>
          <pc:sldMk cId="0" sldId="256"/>
        </pc:sldMkLst>
        <pc:spChg chg="mod">
          <ac:chgData name="Paul TOUSSAINT" userId="138656c8a753f2df" providerId="Windows Live" clId="Web-{24D2B3C9-3537-3D8C-CE81-6442A0955B40}" dt="2026-05-17T10:17:44.176" v="34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Paul TOUSSAINT" userId="138656c8a753f2df" providerId="Windows Live" clId="Web-{24D2B3C9-3537-3D8C-CE81-6442A0955B40}" dt="2026-05-17T10:18:01.176" v="36" actId="1076"/>
          <ac:spMkLst>
            <pc:docMk/>
            <pc:sldMk cId="0" sldId="256"/>
            <ac:spMk id="4" creationId="{00000000-0000-0000-0000-000000000000}"/>
          </ac:spMkLst>
        </pc:spChg>
        <pc:spChg chg="del">
          <ac:chgData name="Paul TOUSSAINT" userId="138656c8a753f2df" providerId="Windows Live" clId="Web-{24D2B3C9-3537-3D8C-CE81-6442A0955B40}" dt="2026-05-17T10:17:13.973" v="29"/>
          <ac:spMkLst>
            <pc:docMk/>
            <pc:sldMk cId="0" sldId="256"/>
            <ac:spMk id="5" creationId="{00000000-0000-0000-0000-000000000000}"/>
          </ac:spMkLst>
        </pc:spChg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57"/>
        </pc:sldMkLst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58"/>
        </pc:sldMkLst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59"/>
        </pc:sldMkLst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60"/>
        </pc:sldMkLst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61"/>
        </pc:sldMkLst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62"/>
        </pc:sldMkLst>
      </pc:sldChg>
      <pc:sldChg chg="modSp mod modClrScheme chgLayout">
        <pc:chgData name="Paul TOUSSAINT" userId="138656c8a753f2df" providerId="Windows Live" clId="Web-{24D2B3C9-3537-3D8C-CE81-6442A0955B40}" dt="2026-05-17T09:03:01.445" v="20"/>
        <pc:sldMkLst>
          <pc:docMk/>
          <pc:sldMk cId="0" sldId="263"/>
        </pc:sldMkLst>
        <pc:graphicFrameChg chg="mod modGraphic">
          <ac:chgData name="Paul TOUSSAINT" userId="138656c8a753f2df" providerId="Windows Live" clId="Web-{24D2B3C9-3537-3D8C-CE81-6442A0955B40}" dt="2026-05-17T09:03:01.445" v="20"/>
          <ac:graphicFrameMkLst>
            <pc:docMk/>
            <pc:sldMk cId="0" sldId="263"/>
            <ac:graphicFrameMk id="4" creationId="{00000000-0000-0000-0000-000000000000}"/>
          </ac:graphicFrameMkLst>
        </pc:graphicFrameChg>
      </pc:sldChg>
      <pc:sldChg chg="modSp 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64"/>
        </pc:sldMkLst>
        <pc:graphicFrameChg chg="mod modGraphic">
          <ac:chgData name="Paul TOUSSAINT" userId="138656c8a753f2df" providerId="Windows Live" clId="Web-{24D2B3C9-3537-3D8C-CE81-6442A0955B40}" dt="2026-05-17T09:02:12.524" v="17"/>
          <ac:graphicFrameMkLst>
            <pc:docMk/>
            <pc:sldMk cId="0" sldId="264"/>
            <ac:graphicFrameMk id="4" creationId="{00000000-0000-0000-0000-000000000000}"/>
          </ac:graphicFrameMkLst>
        </pc:graphicFrameChg>
      </pc:sldChg>
      <pc:sldChg chg="modSp 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65"/>
        </pc:sldMkLst>
        <pc:graphicFrameChg chg="mod modGraphic">
          <ac:chgData name="Paul TOUSSAINT" userId="138656c8a753f2df" providerId="Windows Live" clId="Web-{24D2B3C9-3537-3D8C-CE81-6442A0955B40}" dt="2026-05-17T09:02:33.867" v="18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modSp mod modClrScheme chgLayout">
        <pc:chgData name="Paul TOUSSAINT" userId="138656c8a753f2df" providerId="Windows Live" clId="Web-{24D2B3C9-3537-3D8C-CE81-6442A0955B40}" dt="2026-05-17T09:03:16.524" v="21"/>
        <pc:sldMkLst>
          <pc:docMk/>
          <pc:sldMk cId="0" sldId="266"/>
        </pc:sldMkLst>
        <pc:graphicFrameChg chg="mod modGraphic">
          <ac:chgData name="Paul TOUSSAINT" userId="138656c8a753f2df" providerId="Windows Live" clId="Web-{24D2B3C9-3537-3D8C-CE81-6442A0955B40}" dt="2026-05-17T09:03:16.524" v="21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modSp mod modClrScheme chgLayout">
        <pc:chgData name="Paul TOUSSAINT" userId="138656c8a753f2df" providerId="Windows Live" clId="Web-{24D2B3C9-3537-3D8C-CE81-6442A0955B40}" dt="2026-05-17T09:03:30.727" v="23"/>
        <pc:sldMkLst>
          <pc:docMk/>
          <pc:sldMk cId="0" sldId="267"/>
        </pc:sldMkLst>
        <pc:graphicFrameChg chg="mod modGraphic">
          <ac:chgData name="Paul TOUSSAINT" userId="138656c8a753f2df" providerId="Windows Live" clId="Web-{24D2B3C9-3537-3D8C-CE81-6442A0955B40}" dt="2026-05-17T09:03:30.727" v="23"/>
          <ac:graphicFrameMkLst>
            <pc:docMk/>
            <pc:sldMk cId="0" sldId="267"/>
            <ac:graphicFrameMk id="4" creationId="{00000000-0000-0000-0000-000000000000}"/>
          </ac:graphicFrameMkLst>
        </pc:graphicFrameChg>
      </pc:sldChg>
      <pc:sldChg chg="modSp mod modClrScheme chgLayout">
        <pc:chgData name="Paul TOUSSAINT" userId="138656c8a753f2df" providerId="Windows Live" clId="Web-{24D2B3C9-3537-3D8C-CE81-6442A0955B40}" dt="2026-05-17T09:04:00.633" v="26"/>
        <pc:sldMkLst>
          <pc:docMk/>
          <pc:sldMk cId="0" sldId="268"/>
        </pc:sldMkLst>
        <pc:spChg chg="mod">
          <ac:chgData name="Paul TOUSSAINT" userId="138656c8a753f2df" providerId="Windows Live" clId="Web-{24D2B3C9-3537-3D8C-CE81-6442A0955B40}" dt="2026-05-17T09:04:00.633" v="26"/>
          <ac:spMkLst>
            <pc:docMk/>
            <pc:sldMk cId="0" sldId="268"/>
            <ac:spMk id="4" creationId="{00000000-0000-0000-0000-000000000000}"/>
          </ac:spMkLst>
        </pc:spChg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69"/>
        </pc:sldMkLst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70"/>
        </pc:sldMkLst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71"/>
        </pc:sldMkLst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72"/>
        </pc:sldMkLst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73"/>
        </pc:sldMkLst>
      </pc:sldChg>
      <pc:sldChg chg="mod modClrScheme chgLayout">
        <pc:chgData name="Paul TOUSSAINT" userId="138656c8a753f2df" providerId="Windows Live" clId="Web-{24D2B3C9-3537-3D8C-CE81-6442A0955B40}" dt="2026-05-17T09:02:52.102" v="19"/>
        <pc:sldMkLst>
          <pc:docMk/>
          <pc:sldMk cId="0" sldId="274"/>
        </pc:sldMkLst>
      </pc:sldChg>
      <pc:sldMasterChg chg="del delSldLayout">
        <pc:chgData name="Paul TOUSSAINT" userId="138656c8a753f2df" providerId="Windows Live" clId="Web-{24D2B3C9-3537-3D8C-CE81-6442A0955B40}" dt="2026-05-17T09:00:10.462" v="0"/>
        <pc:sldMasterMkLst>
          <pc:docMk/>
          <pc:sldMasterMk cId="2209977519" sldId="2147483648"/>
        </pc:sldMasterMkLst>
        <pc:sldLayoutChg chg="del">
          <pc:chgData name="Paul TOUSSAINT" userId="138656c8a753f2df" providerId="Windows Live" clId="Web-{24D2B3C9-3537-3D8C-CE81-6442A0955B40}" dt="2026-05-17T09:00:10.462" v="0"/>
          <pc:sldLayoutMkLst>
            <pc:docMk/>
            <pc:sldMasterMk cId="2209977519" sldId="2147483648"/>
            <pc:sldLayoutMk cId="3168075583" sldId="2147483649"/>
          </pc:sldLayoutMkLst>
        </pc:sldLayoutChg>
        <pc:sldLayoutChg chg="del">
          <pc:chgData name="Paul TOUSSAINT" userId="138656c8a753f2df" providerId="Windows Live" clId="Web-{24D2B3C9-3537-3D8C-CE81-6442A0955B40}" dt="2026-05-17T09:00:10.462" v="0"/>
          <pc:sldLayoutMkLst>
            <pc:docMk/>
            <pc:sldMasterMk cId="2209977519" sldId="2147483648"/>
            <pc:sldLayoutMk cId="2614314258" sldId="2147483650"/>
          </pc:sldLayoutMkLst>
        </pc:sldLayoutChg>
        <pc:sldLayoutChg chg="del">
          <pc:chgData name="Paul TOUSSAINT" userId="138656c8a753f2df" providerId="Windows Live" clId="Web-{24D2B3C9-3537-3D8C-CE81-6442A0955B40}" dt="2026-05-17T09:00:10.462" v="0"/>
          <pc:sldLayoutMkLst>
            <pc:docMk/>
            <pc:sldMasterMk cId="2209977519" sldId="2147483648"/>
            <pc:sldLayoutMk cId="960648375" sldId="2147483651"/>
          </pc:sldLayoutMkLst>
        </pc:sldLayoutChg>
        <pc:sldLayoutChg chg="del">
          <pc:chgData name="Paul TOUSSAINT" userId="138656c8a753f2df" providerId="Windows Live" clId="Web-{24D2B3C9-3537-3D8C-CE81-6442A0955B40}" dt="2026-05-17T09:00:10.462" v="0"/>
          <pc:sldLayoutMkLst>
            <pc:docMk/>
            <pc:sldMasterMk cId="2209977519" sldId="2147483648"/>
            <pc:sldLayoutMk cId="2782244947" sldId="2147483652"/>
          </pc:sldLayoutMkLst>
        </pc:sldLayoutChg>
        <pc:sldLayoutChg chg="del">
          <pc:chgData name="Paul TOUSSAINT" userId="138656c8a753f2df" providerId="Windows Live" clId="Web-{24D2B3C9-3537-3D8C-CE81-6442A0955B40}" dt="2026-05-17T09:00:10.462" v="0"/>
          <pc:sldLayoutMkLst>
            <pc:docMk/>
            <pc:sldMasterMk cId="2209977519" sldId="2147483648"/>
            <pc:sldLayoutMk cId="990158736" sldId="2147483653"/>
          </pc:sldLayoutMkLst>
        </pc:sldLayoutChg>
        <pc:sldLayoutChg chg="del">
          <pc:chgData name="Paul TOUSSAINT" userId="138656c8a753f2df" providerId="Windows Live" clId="Web-{24D2B3C9-3537-3D8C-CE81-6442A0955B40}" dt="2026-05-17T09:00:10.462" v="0"/>
          <pc:sldLayoutMkLst>
            <pc:docMk/>
            <pc:sldMasterMk cId="2209977519" sldId="2147483648"/>
            <pc:sldLayoutMk cId="727027711" sldId="2147483654"/>
          </pc:sldLayoutMkLst>
        </pc:sldLayoutChg>
        <pc:sldLayoutChg chg="del">
          <pc:chgData name="Paul TOUSSAINT" userId="138656c8a753f2df" providerId="Windows Live" clId="Web-{24D2B3C9-3537-3D8C-CE81-6442A0955B40}" dt="2026-05-17T09:00:10.462" v="0"/>
          <pc:sldLayoutMkLst>
            <pc:docMk/>
            <pc:sldMasterMk cId="2209977519" sldId="2147483648"/>
            <pc:sldLayoutMk cId="1212999818" sldId="2147483655"/>
          </pc:sldLayoutMkLst>
        </pc:sldLayoutChg>
        <pc:sldLayoutChg chg="del">
          <pc:chgData name="Paul TOUSSAINT" userId="138656c8a753f2df" providerId="Windows Live" clId="Web-{24D2B3C9-3537-3D8C-CE81-6442A0955B40}" dt="2026-05-17T09:00:10.462" v="0"/>
          <pc:sldLayoutMkLst>
            <pc:docMk/>
            <pc:sldMasterMk cId="2209977519" sldId="2147483648"/>
            <pc:sldLayoutMk cId="1840726560" sldId="2147483656"/>
          </pc:sldLayoutMkLst>
        </pc:sldLayoutChg>
        <pc:sldLayoutChg chg="del">
          <pc:chgData name="Paul TOUSSAINT" userId="138656c8a753f2df" providerId="Windows Live" clId="Web-{24D2B3C9-3537-3D8C-CE81-6442A0955B40}" dt="2026-05-17T09:00:10.462" v="0"/>
          <pc:sldLayoutMkLst>
            <pc:docMk/>
            <pc:sldMasterMk cId="2209977519" sldId="2147483648"/>
            <pc:sldLayoutMk cId="3889236939" sldId="2147483657"/>
          </pc:sldLayoutMkLst>
        </pc:sldLayoutChg>
        <pc:sldLayoutChg chg="del">
          <pc:chgData name="Paul TOUSSAINT" userId="138656c8a753f2df" providerId="Windows Live" clId="Web-{24D2B3C9-3537-3D8C-CE81-6442A0955B40}" dt="2026-05-17T09:00:10.462" v="0"/>
          <pc:sldLayoutMkLst>
            <pc:docMk/>
            <pc:sldMasterMk cId="2209977519" sldId="2147483648"/>
            <pc:sldLayoutMk cId="2910927964" sldId="2147483658"/>
          </pc:sldLayoutMkLst>
        </pc:sldLayoutChg>
        <pc:sldLayoutChg chg="del">
          <pc:chgData name="Paul TOUSSAINT" userId="138656c8a753f2df" providerId="Windows Live" clId="Web-{24D2B3C9-3537-3D8C-CE81-6442A0955B40}" dt="2026-05-17T09:00:10.462" v="0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0:14.134" v="1"/>
        <pc:sldMasterMkLst>
          <pc:docMk/>
          <pc:sldMasterMk cId="2704491760" sldId="2147483660"/>
        </pc:sldMasterMkLst>
        <pc:sldLayoutChg chg="add del mod replId">
          <pc:chgData name="Paul TOUSSAINT" userId="138656c8a753f2df" providerId="Windows Live" clId="Web-{24D2B3C9-3537-3D8C-CE81-6442A0955B40}" dt="2026-05-17T09:00:14.134" v="1"/>
          <pc:sldLayoutMkLst>
            <pc:docMk/>
            <pc:sldMasterMk cId="2704491760" sldId="2147483660"/>
            <pc:sldLayoutMk cId="2786799545" sldId="2147483661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14.134" v="1"/>
          <pc:sldLayoutMkLst>
            <pc:docMk/>
            <pc:sldMasterMk cId="2704491760" sldId="2147483660"/>
            <pc:sldLayoutMk cId="2839460429" sldId="2147483662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14.134" v="1"/>
          <pc:sldLayoutMkLst>
            <pc:docMk/>
            <pc:sldMasterMk cId="2704491760" sldId="2147483660"/>
            <pc:sldLayoutMk cId="4238570808" sldId="2147483663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14.134" v="1"/>
          <pc:sldLayoutMkLst>
            <pc:docMk/>
            <pc:sldMasterMk cId="2704491760" sldId="2147483660"/>
            <pc:sldLayoutMk cId="2517524707" sldId="2147483664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14.134" v="1"/>
          <pc:sldLayoutMkLst>
            <pc:docMk/>
            <pc:sldMasterMk cId="2704491760" sldId="2147483660"/>
            <pc:sldLayoutMk cId="75129228" sldId="2147483665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14.134" v="1"/>
          <pc:sldLayoutMkLst>
            <pc:docMk/>
            <pc:sldMasterMk cId="2704491760" sldId="2147483660"/>
            <pc:sldLayoutMk cId="2203183184" sldId="2147483666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14.134" v="1"/>
          <pc:sldLayoutMkLst>
            <pc:docMk/>
            <pc:sldMasterMk cId="2704491760" sldId="2147483660"/>
            <pc:sldLayoutMk cId="1581411226" sldId="2147483667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14.134" v="1"/>
          <pc:sldLayoutMkLst>
            <pc:docMk/>
            <pc:sldMasterMk cId="2704491760" sldId="2147483660"/>
            <pc:sldLayoutMk cId="2718425369" sldId="2147483668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14.134" v="1"/>
          <pc:sldLayoutMkLst>
            <pc:docMk/>
            <pc:sldMasterMk cId="2704491760" sldId="2147483660"/>
            <pc:sldLayoutMk cId="1559360697" sldId="2147483669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14.134" v="1"/>
          <pc:sldLayoutMkLst>
            <pc:docMk/>
            <pc:sldMasterMk cId="2704491760" sldId="2147483660"/>
            <pc:sldLayoutMk cId="3344617852" sldId="2147483670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14.134" v="1"/>
          <pc:sldLayoutMkLst>
            <pc:docMk/>
            <pc:sldMasterMk cId="2704491760" sldId="2147483660"/>
            <pc:sldLayoutMk cId="3337014342" sldId="2147483671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0:27.431" v="2"/>
        <pc:sldMasterMkLst>
          <pc:docMk/>
          <pc:sldMasterMk cId="906003409" sldId="2147483672"/>
        </pc:sldMasterMkLst>
        <pc:sldLayoutChg chg="add del mod replId">
          <pc:chgData name="Paul TOUSSAINT" userId="138656c8a753f2df" providerId="Windows Live" clId="Web-{24D2B3C9-3537-3D8C-CE81-6442A0955B40}" dt="2026-05-17T09:00:27.431" v="2"/>
          <pc:sldLayoutMkLst>
            <pc:docMk/>
            <pc:sldMasterMk cId="906003409" sldId="2147483672"/>
            <pc:sldLayoutMk cId="593799580" sldId="2147483673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27.431" v="2"/>
          <pc:sldLayoutMkLst>
            <pc:docMk/>
            <pc:sldMasterMk cId="906003409" sldId="2147483672"/>
            <pc:sldLayoutMk cId="2476621540" sldId="2147483674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27.431" v="2"/>
          <pc:sldLayoutMkLst>
            <pc:docMk/>
            <pc:sldMasterMk cId="906003409" sldId="2147483672"/>
            <pc:sldLayoutMk cId="3484546602" sldId="2147483675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27.431" v="2"/>
          <pc:sldLayoutMkLst>
            <pc:docMk/>
            <pc:sldMasterMk cId="906003409" sldId="2147483672"/>
            <pc:sldLayoutMk cId="2780356154" sldId="2147483676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27.431" v="2"/>
          <pc:sldLayoutMkLst>
            <pc:docMk/>
            <pc:sldMasterMk cId="906003409" sldId="2147483672"/>
            <pc:sldLayoutMk cId="1355828533" sldId="2147483677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27.431" v="2"/>
          <pc:sldLayoutMkLst>
            <pc:docMk/>
            <pc:sldMasterMk cId="906003409" sldId="2147483672"/>
            <pc:sldLayoutMk cId="3398494291" sldId="2147483678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27.431" v="2"/>
          <pc:sldLayoutMkLst>
            <pc:docMk/>
            <pc:sldMasterMk cId="906003409" sldId="2147483672"/>
            <pc:sldLayoutMk cId="999303641" sldId="2147483679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27.431" v="2"/>
          <pc:sldLayoutMkLst>
            <pc:docMk/>
            <pc:sldMasterMk cId="906003409" sldId="2147483672"/>
            <pc:sldLayoutMk cId="30658857" sldId="2147483680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27.431" v="2"/>
          <pc:sldLayoutMkLst>
            <pc:docMk/>
            <pc:sldMasterMk cId="906003409" sldId="2147483672"/>
            <pc:sldLayoutMk cId="1811512535" sldId="2147483681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27.431" v="2"/>
          <pc:sldLayoutMkLst>
            <pc:docMk/>
            <pc:sldMasterMk cId="906003409" sldId="2147483672"/>
            <pc:sldLayoutMk cId="2482489026" sldId="2147483682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27.431" v="2"/>
          <pc:sldLayoutMkLst>
            <pc:docMk/>
            <pc:sldMasterMk cId="906003409" sldId="2147483672"/>
            <pc:sldLayoutMk cId="1336259565" sldId="2147483683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0:37.040" v="3"/>
        <pc:sldMasterMkLst>
          <pc:docMk/>
          <pc:sldMasterMk cId="2438804055" sldId="2147483684"/>
        </pc:sldMasterMkLst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1933412935" sldId="2147483685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3508359272" sldId="2147483686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824031399" sldId="2147483687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1249349116" sldId="2147483688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3747659278" sldId="2147483689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2694128658" sldId="2147483690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2042945452" sldId="2147483691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1331493287" sldId="2147483692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2218501146" sldId="2147483693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462142822" sldId="2147483694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1337345607" sldId="2147483695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1082035083" sldId="2147483696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170682414" sldId="2147483697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247653378" sldId="2147483698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923092834" sldId="2147483699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976883731" sldId="2147483700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37.040" v="3"/>
          <pc:sldLayoutMkLst>
            <pc:docMk/>
            <pc:sldMasterMk cId="2438804055" sldId="2147483684"/>
            <pc:sldLayoutMk cId="3951817991" sldId="2147483701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0:40.587" v="4"/>
        <pc:sldMasterMkLst>
          <pc:docMk/>
          <pc:sldMasterMk cId="1297620296" sldId="2147483702"/>
        </pc:sldMasterMkLst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1961403102" sldId="2147483703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2448879166" sldId="2147483704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2655915459" sldId="2147483705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748816276" sldId="2147483706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3676133356" sldId="2147483707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4018787234" sldId="2147483708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409799942" sldId="2147483709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1457662542" sldId="2147483710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261076758" sldId="2147483711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4040012893" sldId="2147483712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2385141404" sldId="2147483713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2090013193" sldId="2147483714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2434492068" sldId="2147483715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3808446928" sldId="2147483716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335387663" sldId="2147483717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2600778209" sldId="2147483718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40.587" v="4"/>
          <pc:sldLayoutMkLst>
            <pc:docMk/>
            <pc:sldMasterMk cId="1297620296" sldId="2147483702"/>
            <pc:sldLayoutMk cId="2699568837" sldId="2147483719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0:50.665" v="5"/>
        <pc:sldMasterMkLst>
          <pc:docMk/>
          <pc:sldMasterMk cId="112012423" sldId="2147483720"/>
        </pc:sldMasterMkLst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2151365868" sldId="2147483721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2413189669" sldId="2147483722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3546157156" sldId="2147483723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3864926222" sldId="2147483724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3059908136" sldId="2147483725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2782913909" sldId="2147483726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312115542" sldId="2147483727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3768488318" sldId="2147483728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2240380301" sldId="2147483729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2852568247" sldId="2147483730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663755208" sldId="2147483731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2042791408" sldId="2147483732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2941561181" sldId="2147483733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4041932782" sldId="2147483734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4135358314" sldId="2147483735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1619890693" sldId="2147483736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0.665" v="5"/>
          <pc:sldLayoutMkLst>
            <pc:docMk/>
            <pc:sldMasterMk cId="112012423" sldId="2147483720"/>
            <pc:sldLayoutMk cId="851294329" sldId="2147483737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0:58.321" v="6"/>
        <pc:sldMasterMkLst>
          <pc:docMk/>
          <pc:sldMasterMk cId="2411412177" sldId="2147483738"/>
        </pc:sldMasterMkLst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1669619277" sldId="2147483739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2479745109" sldId="2147483740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1313160150" sldId="2147483741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2493354945" sldId="2147483742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4151765210" sldId="2147483743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2042009918" sldId="2147483744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3067287191" sldId="2147483745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3816314486" sldId="2147483746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172965498" sldId="2147483747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3380678983" sldId="2147483748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2072829576" sldId="2147483749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837009922" sldId="2147483750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1585709914" sldId="2147483751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690339913" sldId="2147483752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1593321121" sldId="2147483753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406480260" sldId="2147483754"/>
          </pc:sldLayoutMkLst>
        </pc:sldLayoutChg>
        <pc:sldLayoutChg chg="add del mod replId">
          <pc:chgData name="Paul TOUSSAINT" userId="138656c8a753f2df" providerId="Windows Live" clId="Web-{24D2B3C9-3537-3D8C-CE81-6442A0955B40}" dt="2026-05-17T09:00:58.321" v="6"/>
          <pc:sldLayoutMkLst>
            <pc:docMk/>
            <pc:sldMasterMk cId="2411412177" sldId="2147483738"/>
            <pc:sldLayoutMk cId="2788214099" sldId="2147483755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1:10.759" v="7"/>
        <pc:sldMasterMkLst>
          <pc:docMk/>
          <pc:sldMasterMk cId="419884664" sldId="2147483756"/>
        </pc:sldMasterMkLst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1619959950" sldId="2147483757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260083126" sldId="2147483758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2493793773" sldId="2147483759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3878029917" sldId="2147483760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4066680718" sldId="214748376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2181181611" sldId="214748376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4027163622" sldId="2147483763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3325988422" sldId="2147483764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3584856695" sldId="2147483765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283010302" sldId="2147483766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2845263082" sldId="2147483767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1391728082" sldId="2147483768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1996131907" sldId="2147483769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1633343042" sldId="2147483770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2998120076" sldId="214748377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3359473617" sldId="214748377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0.759" v="7"/>
          <pc:sldLayoutMkLst>
            <pc:docMk/>
            <pc:sldMasterMk cId="419884664" sldId="2147483756"/>
            <pc:sldLayoutMk cId="2380231428" sldId="2147483773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1:14.946" v="8"/>
        <pc:sldMasterMkLst>
          <pc:docMk/>
          <pc:sldMasterMk cId="2387723673" sldId="2147483774"/>
        </pc:sldMasterMkLst>
        <pc:sldLayoutChg chg="add del mod replId">
          <pc:chgData name="Paul TOUSSAINT" userId="138656c8a753f2df" providerId="Windows Live" clId="Web-{24D2B3C9-3537-3D8C-CE81-6442A0955B40}" dt="2026-05-17T09:01:14.946" v="8"/>
          <pc:sldLayoutMkLst>
            <pc:docMk/>
            <pc:sldMasterMk cId="2387723673" sldId="2147483774"/>
            <pc:sldLayoutMk cId="545143153" sldId="2147483775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4.946" v="8"/>
          <pc:sldLayoutMkLst>
            <pc:docMk/>
            <pc:sldMasterMk cId="2387723673" sldId="2147483774"/>
            <pc:sldLayoutMk cId="2377234118" sldId="2147483776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4.946" v="8"/>
          <pc:sldLayoutMkLst>
            <pc:docMk/>
            <pc:sldMasterMk cId="2387723673" sldId="2147483774"/>
            <pc:sldLayoutMk cId="3784307271" sldId="2147483777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4.946" v="8"/>
          <pc:sldLayoutMkLst>
            <pc:docMk/>
            <pc:sldMasterMk cId="2387723673" sldId="2147483774"/>
            <pc:sldLayoutMk cId="3655287383" sldId="2147483778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4.946" v="8"/>
          <pc:sldLayoutMkLst>
            <pc:docMk/>
            <pc:sldMasterMk cId="2387723673" sldId="2147483774"/>
            <pc:sldLayoutMk cId="2361360234" sldId="2147483779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4.946" v="8"/>
          <pc:sldLayoutMkLst>
            <pc:docMk/>
            <pc:sldMasterMk cId="2387723673" sldId="2147483774"/>
            <pc:sldLayoutMk cId="1303840835" sldId="2147483780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4.946" v="8"/>
          <pc:sldLayoutMkLst>
            <pc:docMk/>
            <pc:sldMasterMk cId="2387723673" sldId="2147483774"/>
            <pc:sldLayoutMk cId="1441414673" sldId="214748378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4.946" v="8"/>
          <pc:sldLayoutMkLst>
            <pc:docMk/>
            <pc:sldMasterMk cId="2387723673" sldId="2147483774"/>
            <pc:sldLayoutMk cId="3144716153" sldId="214748378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4.946" v="8"/>
          <pc:sldLayoutMkLst>
            <pc:docMk/>
            <pc:sldMasterMk cId="2387723673" sldId="2147483774"/>
            <pc:sldLayoutMk cId="2959869317" sldId="2147483783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4.946" v="8"/>
          <pc:sldLayoutMkLst>
            <pc:docMk/>
            <pc:sldMasterMk cId="2387723673" sldId="2147483774"/>
            <pc:sldLayoutMk cId="3328541198" sldId="2147483784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4.946" v="8"/>
          <pc:sldLayoutMkLst>
            <pc:docMk/>
            <pc:sldMasterMk cId="2387723673" sldId="2147483774"/>
            <pc:sldLayoutMk cId="3213347405" sldId="2147483785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1:16.837" v="9"/>
        <pc:sldMasterMkLst>
          <pc:docMk/>
          <pc:sldMasterMk cId="981387708" sldId="2147483786"/>
        </pc:sldMasterMkLst>
        <pc:sldLayoutChg chg="add del mod replId">
          <pc:chgData name="Paul TOUSSAINT" userId="138656c8a753f2df" providerId="Windows Live" clId="Web-{24D2B3C9-3537-3D8C-CE81-6442A0955B40}" dt="2026-05-17T09:01:16.837" v="9"/>
          <pc:sldLayoutMkLst>
            <pc:docMk/>
            <pc:sldMasterMk cId="981387708" sldId="2147483786"/>
            <pc:sldLayoutMk cId="2376087420" sldId="2147483787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6.837" v="9"/>
          <pc:sldLayoutMkLst>
            <pc:docMk/>
            <pc:sldMasterMk cId="981387708" sldId="2147483786"/>
            <pc:sldLayoutMk cId="319447657" sldId="2147483788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6.837" v="9"/>
          <pc:sldLayoutMkLst>
            <pc:docMk/>
            <pc:sldMasterMk cId="981387708" sldId="2147483786"/>
            <pc:sldLayoutMk cId="1677349504" sldId="2147483789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6.837" v="9"/>
          <pc:sldLayoutMkLst>
            <pc:docMk/>
            <pc:sldMasterMk cId="981387708" sldId="2147483786"/>
            <pc:sldLayoutMk cId="3472809654" sldId="2147483790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6.837" v="9"/>
          <pc:sldLayoutMkLst>
            <pc:docMk/>
            <pc:sldMasterMk cId="981387708" sldId="2147483786"/>
            <pc:sldLayoutMk cId="3692191569" sldId="214748379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6.837" v="9"/>
          <pc:sldLayoutMkLst>
            <pc:docMk/>
            <pc:sldMasterMk cId="981387708" sldId="2147483786"/>
            <pc:sldLayoutMk cId="896853790" sldId="214748379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6.837" v="9"/>
          <pc:sldLayoutMkLst>
            <pc:docMk/>
            <pc:sldMasterMk cId="981387708" sldId="2147483786"/>
            <pc:sldLayoutMk cId="1509818977" sldId="2147483793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6.837" v="9"/>
          <pc:sldLayoutMkLst>
            <pc:docMk/>
            <pc:sldMasterMk cId="981387708" sldId="2147483786"/>
            <pc:sldLayoutMk cId="1450983126" sldId="2147483794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6.837" v="9"/>
          <pc:sldLayoutMkLst>
            <pc:docMk/>
            <pc:sldMasterMk cId="981387708" sldId="2147483786"/>
            <pc:sldLayoutMk cId="2855818059" sldId="2147483795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6.837" v="9"/>
          <pc:sldLayoutMkLst>
            <pc:docMk/>
            <pc:sldMasterMk cId="981387708" sldId="2147483786"/>
            <pc:sldLayoutMk cId="1385244814" sldId="2147483796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16.837" v="9"/>
          <pc:sldLayoutMkLst>
            <pc:docMk/>
            <pc:sldMasterMk cId="981387708" sldId="2147483786"/>
            <pc:sldLayoutMk cId="3379182340" sldId="2147483797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1:22.805" v="10"/>
        <pc:sldMasterMkLst>
          <pc:docMk/>
          <pc:sldMasterMk cId="3845865767" sldId="2147483798"/>
        </pc:sldMasterMkLst>
        <pc:sldLayoutChg chg="add del mod replId">
          <pc:chgData name="Paul TOUSSAINT" userId="138656c8a753f2df" providerId="Windows Live" clId="Web-{24D2B3C9-3537-3D8C-CE81-6442A0955B40}" dt="2026-05-17T09:01:22.805" v="10"/>
          <pc:sldLayoutMkLst>
            <pc:docMk/>
            <pc:sldMasterMk cId="3845865767" sldId="2147483798"/>
            <pc:sldLayoutMk cId="1560320505" sldId="2147483799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2.805" v="10"/>
          <pc:sldLayoutMkLst>
            <pc:docMk/>
            <pc:sldMasterMk cId="3845865767" sldId="2147483798"/>
            <pc:sldLayoutMk cId="1640619500" sldId="2147483800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2.805" v="10"/>
          <pc:sldLayoutMkLst>
            <pc:docMk/>
            <pc:sldMasterMk cId="3845865767" sldId="2147483798"/>
            <pc:sldLayoutMk cId="3778191656" sldId="214748380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2.805" v="10"/>
          <pc:sldLayoutMkLst>
            <pc:docMk/>
            <pc:sldMasterMk cId="3845865767" sldId="2147483798"/>
            <pc:sldLayoutMk cId="4112453840" sldId="214748380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2.805" v="10"/>
          <pc:sldLayoutMkLst>
            <pc:docMk/>
            <pc:sldMasterMk cId="3845865767" sldId="2147483798"/>
            <pc:sldLayoutMk cId="3761130976" sldId="2147483803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2.805" v="10"/>
          <pc:sldLayoutMkLst>
            <pc:docMk/>
            <pc:sldMasterMk cId="3845865767" sldId="2147483798"/>
            <pc:sldLayoutMk cId="3915437381" sldId="2147483804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2.805" v="10"/>
          <pc:sldLayoutMkLst>
            <pc:docMk/>
            <pc:sldMasterMk cId="3845865767" sldId="2147483798"/>
            <pc:sldLayoutMk cId="313000146" sldId="2147483805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2.805" v="10"/>
          <pc:sldLayoutMkLst>
            <pc:docMk/>
            <pc:sldMasterMk cId="3845865767" sldId="2147483798"/>
            <pc:sldLayoutMk cId="2454595239" sldId="2147483806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2.805" v="10"/>
          <pc:sldLayoutMkLst>
            <pc:docMk/>
            <pc:sldMasterMk cId="3845865767" sldId="2147483798"/>
            <pc:sldLayoutMk cId="1323548072" sldId="2147483807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2.805" v="10"/>
          <pc:sldLayoutMkLst>
            <pc:docMk/>
            <pc:sldMasterMk cId="3845865767" sldId="2147483798"/>
            <pc:sldLayoutMk cId="1248810255" sldId="2147483808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2.805" v="10"/>
          <pc:sldLayoutMkLst>
            <pc:docMk/>
            <pc:sldMasterMk cId="3845865767" sldId="2147483798"/>
            <pc:sldLayoutMk cId="2040683207" sldId="2147483809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1:27.305" v="11"/>
        <pc:sldMasterMkLst>
          <pc:docMk/>
          <pc:sldMasterMk cId="707520870" sldId="2147483810"/>
        </pc:sldMasterMkLst>
        <pc:sldLayoutChg chg="add del mod replId">
          <pc:chgData name="Paul TOUSSAINT" userId="138656c8a753f2df" providerId="Windows Live" clId="Web-{24D2B3C9-3537-3D8C-CE81-6442A0955B40}" dt="2026-05-17T09:01:27.305" v="11"/>
          <pc:sldLayoutMkLst>
            <pc:docMk/>
            <pc:sldMasterMk cId="707520870" sldId="2147483810"/>
            <pc:sldLayoutMk cId="3439360063" sldId="214748381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7.305" v="11"/>
          <pc:sldLayoutMkLst>
            <pc:docMk/>
            <pc:sldMasterMk cId="707520870" sldId="2147483810"/>
            <pc:sldLayoutMk cId="2275618938" sldId="214748381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7.305" v="11"/>
          <pc:sldLayoutMkLst>
            <pc:docMk/>
            <pc:sldMasterMk cId="707520870" sldId="2147483810"/>
            <pc:sldLayoutMk cId="4027426966" sldId="2147483813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7.305" v="11"/>
          <pc:sldLayoutMkLst>
            <pc:docMk/>
            <pc:sldMasterMk cId="707520870" sldId="2147483810"/>
            <pc:sldLayoutMk cId="3435485839" sldId="2147483814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7.305" v="11"/>
          <pc:sldLayoutMkLst>
            <pc:docMk/>
            <pc:sldMasterMk cId="707520870" sldId="2147483810"/>
            <pc:sldLayoutMk cId="3863367208" sldId="2147483815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7.305" v="11"/>
          <pc:sldLayoutMkLst>
            <pc:docMk/>
            <pc:sldMasterMk cId="707520870" sldId="2147483810"/>
            <pc:sldLayoutMk cId="2046957520" sldId="2147483816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7.305" v="11"/>
          <pc:sldLayoutMkLst>
            <pc:docMk/>
            <pc:sldMasterMk cId="707520870" sldId="2147483810"/>
            <pc:sldLayoutMk cId="1726188461" sldId="2147483817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7.305" v="11"/>
          <pc:sldLayoutMkLst>
            <pc:docMk/>
            <pc:sldMasterMk cId="707520870" sldId="2147483810"/>
            <pc:sldLayoutMk cId="3229407456" sldId="2147483818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7.305" v="11"/>
          <pc:sldLayoutMkLst>
            <pc:docMk/>
            <pc:sldMasterMk cId="707520870" sldId="2147483810"/>
            <pc:sldLayoutMk cId="1800908530" sldId="2147483819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7.305" v="11"/>
          <pc:sldLayoutMkLst>
            <pc:docMk/>
            <pc:sldMasterMk cId="707520870" sldId="2147483810"/>
            <pc:sldLayoutMk cId="4147345287" sldId="2147483820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27.305" v="11"/>
          <pc:sldLayoutMkLst>
            <pc:docMk/>
            <pc:sldMasterMk cId="707520870" sldId="2147483810"/>
            <pc:sldLayoutMk cId="2217852253" sldId="2147483821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1:31.680" v="12"/>
        <pc:sldMasterMkLst>
          <pc:docMk/>
          <pc:sldMasterMk cId="566439247" sldId="2147483822"/>
        </pc:sldMasterMkLst>
        <pc:sldLayoutChg chg="add del mod replId">
          <pc:chgData name="Paul TOUSSAINT" userId="138656c8a753f2df" providerId="Windows Live" clId="Web-{24D2B3C9-3537-3D8C-CE81-6442A0955B40}" dt="2026-05-17T09:01:31.680" v="12"/>
          <pc:sldLayoutMkLst>
            <pc:docMk/>
            <pc:sldMasterMk cId="566439247" sldId="2147483822"/>
            <pc:sldLayoutMk cId="2998765207" sldId="2147483823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1.680" v="12"/>
          <pc:sldLayoutMkLst>
            <pc:docMk/>
            <pc:sldMasterMk cId="566439247" sldId="2147483822"/>
            <pc:sldLayoutMk cId="127880964" sldId="2147483824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1.680" v="12"/>
          <pc:sldLayoutMkLst>
            <pc:docMk/>
            <pc:sldMasterMk cId="566439247" sldId="2147483822"/>
            <pc:sldLayoutMk cId="3967246369" sldId="2147483825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1.680" v="12"/>
          <pc:sldLayoutMkLst>
            <pc:docMk/>
            <pc:sldMasterMk cId="566439247" sldId="2147483822"/>
            <pc:sldLayoutMk cId="1984058456" sldId="2147483826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1.680" v="12"/>
          <pc:sldLayoutMkLst>
            <pc:docMk/>
            <pc:sldMasterMk cId="566439247" sldId="2147483822"/>
            <pc:sldLayoutMk cId="479187677" sldId="2147483827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1.680" v="12"/>
          <pc:sldLayoutMkLst>
            <pc:docMk/>
            <pc:sldMasterMk cId="566439247" sldId="2147483822"/>
            <pc:sldLayoutMk cId="1929941723" sldId="2147483828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1.680" v="12"/>
          <pc:sldLayoutMkLst>
            <pc:docMk/>
            <pc:sldMasterMk cId="566439247" sldId="2147483822"/>
            <pc:sldLayoutMk cId="1838680674" sldId="2147483829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1.680" v="12"/>
          <pc:sldLayoutMkLst>
            <pc:docMk/>
            <pc:sldMasterMk cId="566439247" sldId="2147483822"/>
            <pc:sldLayoutMk cId="3001240848" sldId="2147483830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1.680" v="12"/>
          <pc:sldLayoutMkLst>
            <pc:docMk/>
            <pc:sldMasterMk cId="566439247" sldId="2147483822"/>
            <pc:sldLayoutMk cId="52624281" sldId="214748383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1.680" v="12"/>
          <pc:sldLayoutMkLst>
            <pc:docMk/>
            <pc:sldMasterMk cId="566439247" sldId="2147483822"/>
            <pc:sldLayoutMk cId="1839794496" sldId="214748383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1.680" v="12"/>
          <pc:sldLayoutMkLst>
            <pc:docMk/>
            <pc:sldMasterMk cId="566439247" sldId="2147483822"/>
            <pc:sldLayoutMk cId="3214181719" sldId="2147483833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1:35.399" v="13"/>
        <pc:sldMasterMkLst>
          <pc:docMk/>
          <pc:sldMasterMk cId="332928157" sldId="2147483834"/>
        </pc:sldMasterMkLst>
        <pc:sldLayoutChg chg="add del mod replId">
          <pc:chgData name="Paul TOUSSAINT" userId="138656c8a753f2df" providerId="Windows Live" clId="Web-{24D2B3C9-3537-3D8C-CE81-6442A0955B40}" dt="2026-05-17T09:01:35.399" v="13"/>
          <pc:sldLayoutMkLst>
            <pc:docMk/>
            <pc:sldMasterMk cId="332928157" sldId="2147483834"/>
            <pc:sldLayoutMk cId="219377538" sldId="2147483835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5.399" v="13"/>
          <pc:sldLayoutMkLst>
            <pc:docMk/>
            <pc:sldMasterMk cId="332928157" sldId="2147483834"/>
            <pc:sldLayoutMk cId="3615837985" sldId="2147483836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5.399" v="13"/>
          <pc:sldLayoutMkLst>
            <pc:docMk/>
            <pc:sldMasterMk cId="332928157" sldId="2147483834"/>
            <pc:sldLayoutMk cId="1785537204" sldId="2147483837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5.399" v="13"/>
          <pc:sldLayoutMkLst>
            <pc:docMk/>
            <pc:sldMasterMk cId="332928157" sldId="2147483834"/>
            <pc:sldLayoutMk cId="1135773170" sldId="2147483838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5.399" v="13"/>
          <pc:sldLayoutMkLst>
            <pc:docMk/>
            <pc:sldMasterMk cId="332928157" sldId="2147483834"/>
            <pc:sldLayoutMk cId="4201280183" sldId="2147483839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5.399" v="13"/>
          <pc:sldLayoutMkLst>
            <pc:docMk/>
            <pc:sldMasterMk cId="332928157" sldId="2147483834"/>
            <pc:sldLayoutMk cId="2424231248" sldId="2147483840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5.399" v="13"/>
          <pc:sldLayoutMkLst>
            <pc:docMk/>
            <pc:sldMasterMk cId="332928157" sldId="2147483834"/>
            <pc:sldLayoutMk cId="2356117585" sldId="214748384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5.399" v="13"/>
          <pc:sldLayoutMkLst>
            <pc:docMk/>
            <pc:sldMasterMk cId="332928157" sldId="2147483834"/>
            <pc:sldLayoutMk cId="1432344308" sldId="214748384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5.399" v="13"/>
          <pc:sldLayoutMkLst>
            <pc:docMk/>
            <pc:sldMasterMk cId="332928157" sldId="2147483834"/>
            <pc:sldLayoutMk cId="567037881" sldId="2147483843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5.399" v="13"/>
          <pc:sldLayoutMkLst>
            <pc:docMk/>
            <pc:sldMasterMk cId="332928157" sldId="2147483834"/>
            <pc:sldLayoutMk cId="491239123" sldId="2147483844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35.399" v="13"/>
          <pc:sldLayoutMkLst>
            <pc:docMk/>
            <pc:sldMasterMk cId="332928157" sldId="2147483834"/>
            <pc:sldLayoutMk cId="2235208979" sldId="2147483845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1:44.586" v="14"/>
        <pc:sldMasterMkLst>
          <pc:docMk/>
          <pc:sldMasterMk cId="464504552" sldId="2147483846"/>
        </pc:sldMasterMkLst>
        <pc:sldLayoutChg chg="add del mod replId">
          <pc:chgData name="Paul TOUSSAINT" userId="138656c8a753f2df" providerId="Windows Live" clId="Web-{24D2B3C9-3537-3D8C-CE81-6442A0955B40}" dt="2026-05-17T09:01:44.586" v="14"/>
          <pc:sldLayoutMkLst>
            <pc:docMk/>
            <pc:sldMasterMk cId="464504552" sldId="2147483846"/>
            <pc:sldLayoutMk cId="3220523215" sldId="2147483847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4.586" v="14"/>
          <pc:sldLayoutMkLst>
            <pc:docMk/>
            <pc:sldMasterMk cId="464504552" sldId="2147483846"/>
            <pc:sldLayoutMk cId="1389479522" sldId="2147483848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4.586" v="14"/>
          <pc:sldLayoutMkLst>
            <pc:docMk/>
            <pc:sldMasterMk cId="464504552" sldId="2147483846"/>
            <pc:sldLayoutMk cId="347699394" sldId="2147483849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4.586" v="14"/>
          <pc:sldLayoutMkLst>
            <pc:docMk/>
            <pc:sldMasterMk cId="464504552" sldId="2147483846"/>
            <pc:sldLayoutMk cId="2029396497" sldId="2147483850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4.586" v="14"/>
          <pc:sldLayoutMkLst>
            <pc:docMk/>
            <pc:sldMasterMk cId="464504552" sldId="2147483846"/>
            <pc:sldLayoutMk cId="4273486088" sldId="214748385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4.586" v="14"/>
          <pc:sldLayoutMkLst>
            <pc:docMk/>
            <pc:sldMasterMk cId="464504552" sldId="2147483846"/>
            <pc:sldLayoutMk cId="4190337189" sldId="214748385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4.586" v="14"/>
          <pc:sldLayoutMkLst>
            <pc:docMk/>
            <pc:sldMasterMk cId="464504552" sldId="2147483846"/>
            <pc:sldLayoutMk cId="262415957" sldId="2147483853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4.586" v="14"/>
          <pc:sldLayoutMkLst>
            <pc:docMk/>
            <pc:sldMasterMk cId="464504552" sldId="2147483846"/>
            <pc:sldLayoutMk cId="1305639165" sldId="2147483854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4.586" v="14"/>
          <pc:sldLayoutMkLst>
            <pc:docMk/>
            <pc:sldMasterMk cId="464504552" sldId="2147483846"/>
            <pc:sldLayoutMk cId="3064038802" sldId="2147483855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4.586" v="14"/>
          <pc:sldLayoutMkLst>
            <pc:docMk/>
            <pc:sldMasterMk cId="464504552" sldId="2147483846"/>
            <pc:sldLayoutMk cId="4256862710" sldId="2147483856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4.586" v="14"/>
          <pc:sldLayoutMkLst>
            <pc:docMk/>
            <pc:sldMasterMk cId="464504552" sldId="2147483846"/>
            <pc:sldLayoutMk cId="2482157155" sldId="2147483857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1:49.243" v="15"/>
        <pc:sldMasterMkLst>
          <pc:docMk/>
          <pc:sldMasterMk cId="3267690994" sldId="2147483858"/>
        </pc:sldMasterMkLst>
        <pc:sldLayoutChg chg="add del mod replId">
          <pc:chgData name="Paul TOUSSAINT" userId="138656c8a753f2df" providerId="Windows Live" clId="Web-{24D2B3C9-3537-3D8C-CE81-6442A0955B40}" dt="2026-05-17T09:01:49.243" v="15"/>
          <pc:sldLayoutMkLst>
            <pc:docMk/>
            <pc:sldMasterMk cId="3267690994" sldId="2147483858"/>
            <pc:sldLayoutMk cId="1619597273" sldId="2147483859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9.243" v="15"/>
          <pc:sldLayoutMkLst>
            <pc:docMk/>
            <pc:sldMasterMk cId="3267690994" sldId="2147483858"/>
            <pc:sldLayoutMk cId="131377382" sldId="2147483860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9.243" v="15"/>
          <pc:sldLayoutMkLst>
            <pc:docMk/>
            <pc:sldMasterMk cId="3267690994" sldId="2147483858"/>
            <pc:sldLayoutMk cId="3867815913" sldId="214748386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9.243" v="15"/>
          <pc:sldLayoutMkLst>
            <pc:docMk/>
            <pc:sldMasterMk cId="3267690994" sldId="2147483858"/>
            <pc:sldLayoutMk cId="3372574745" sldId="214748386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9.243" v="15"/>
          <pc:sldLayoutMkLst>
            <pc:docMk/>
            <pc:sldMasterMk cId="3267690994" sldId="2147483858"/>
            <pc:sldLayoutMk cId="410311619" sldId="2147483863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9.243" v="15"/>
          <pc:sldLayoutMkLst>
            <pc:docMk/>
            <pc:sldMasterMk cId="3267690994" sldId="2147483858"/>
            <pc:sldLayoutMk cId="1335018804" sldId="2147483864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9.243" v="15"/>
          <pc:sldLayoutMkLst>
            <pc:docMk/>
            <pc:sldMasterMk cId="3267690994" sldId="2147483858"/>
            <pc:sldLayoutMk cId="1366764705" sldId="2147483865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9.243" v="15"/>
          <pc:sldLayoutMkLst>
            <pc:docMk/>
            <pc:sldMasterMk cId="3267690994" sldId="2147483858"/>
            <pc:sldLayoutMk cId="3995999696" sldId="2147483866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9.243" v="15"/>
          <pc:sldLayoutMkLst>
            <pc:docMk/>
            <pc:sldMasterMk cId="3267690994" sldId="2147483858"/>
            <pc:sldLayoutMk cId="1979308168" sldId="2147483867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9.243" v="15"/>
          <pc:sldLayoutMkLst>
            <pc:docMk/>
            <pc:sldMasterMk cId="3267690994" sldId="2147483858"/>
            <pc:sldLayoutMk cId="577133215" sldId="2147483868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49.243" v="15"/>
          <pc:sldLayoutMkLst>
            <pc:docMk/>
            <pc:sldMasterMk cId="3267690994" sldId="2147483858"/>
            <pc:sldLayoutMk cId="3272798114" sldId="2147483869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1:54.477" v="16"/>
        <pc:sldMasterMkLst>
          <pc:docMk/>
          <pc:sldMasterMk cId="2219048997" sldId="2147483870"/>
        </pc:sldMasterMkLst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376743110" sldId="214748387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916600374" sldId="214748387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1558969830" sldId="2147483873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232854790" sldId="2147483874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3171304493" sldId="2147483875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1573786241" sldId="2147483876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695698015" sldId="2147483877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987170684" sldId="2147483878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1780183109" sldId="2147483879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2632213541" sldId="2147483880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1841253038" sldId="2147483881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337843476" sldId="2147483882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1034396427" sldId="2147483883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2370826594" sldId="2147483884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3448452523" sldId="2147483885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969154965" sldId="2147483886"/>
          </pc:sldLayoutMkLst>
        </pc:sldLayoutChg>
        <pc:sldLayoutChg chg="add del mod replId">
          <pc:chgData name="Paul TOUSSAINT" userId="138656c8a753f2df" providerId="Windows Live" clId="Web-{24D2B3C9-3537-3D8C-CE81-6442A0955B40}" dt="2026-05-17T09:01:54.477" v="16"/>
          <pc:sldLayoutMkLst>
            <pc:docMk/>
            <pc:sldMasterMk cId="2219048997" sldId="2147483870"/>
            <pc:sldLayoutMk cId="279621576" sldId="2147483887"/>
          </pc:sldLayoutMkLst>
        </pc:sldLayoutChg>
      </pc:sldMasterChg>
      <pc:sldMasterChg chg="add del addSldLayout delSldLayout modSldLayout">
        <pc:chgData name="Paul TOUSSAINT" userId="138656c8a753f2df" providerId="Windows Live" clId="Web-{24D2B3C9-3537-3D8C-CE81-6442A0955B40}" dt="2026-05-17T09:02:52.102" v="19"/>
        <pc:sldMasterMkLst>
          <pc:docMk/>
          <pc:sldMasterMk cId="2747570884" sldId="2147483888"/>
        </pc:sldMasterMkLst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3028443984" sldId="2147483889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2451246492" sldId="2147483890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3863303678" sldId="2147483891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2568676801" sldId="2147483892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2709439436" sldId="2147483893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1911217369" sldId="2147483894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1926165259" sldId="2147483895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1507495248" sldId="2147483896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263739049" sldId="2147483897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422429214" sldId="2147483898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1318130180" sldId="2147483899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3643627056" sldId="2147483900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3310779884" sldId="2147483901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3002511568" sldId="2147483902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2401471737" sldId="2147483903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2567722408" sldId="2147483904"/>
          </pc:sldLayoutMkLst>
        </pc:sldLayoutChg>
        <pc:sldLayoutChg chg="add del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2747570884" sldId="2147483888"/>
            <pc:sldLayoutMk cId="3157542698" sldId="2147483905"/>
          </pc:sldLayoutMkLst>
        </pc:sldLayoutChg>
      </pc:sldMasterChg>
      <pc:sldMasterChg chg="add addSldLayout modSldLayout">
        <pc:chgData name="Paul TOUSSAINT" userId="138656c8a753f2df" providerId="Windows Live" clId="Web-{24D2B3C9-3537-3D8C-CE81-6442A0955B40}" dt="2026-05-17T09:02:52.102" v="19"/>
        <pc:sldMasterMkLst>
          <pc:docMk/>
          <pc:sldMasterMk cId="99552714" sldId="2147483906"/>
        </pc:sldMasterMkLst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2665338647" sldId="2147483907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4084923571" sldId="2147483908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840236865" sldId="2147483909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2527805201" sldId="2147483910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2867903619" sldId="2147483911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164681663" sldId="2147483912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3074393086" sldId="2147483913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3895773838" sldId="2147483914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3362619030" sldId="2147483915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1841531620" sldId="2147483916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14939593" sldId="2147483917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1780909636" sldId="2147483918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2418452200" sldId="2147483919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564164052" sldId="2147483920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1728759267" sldId="2147483921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3140184604" sldId="2147483922"/>
          </pc:sldLayoutMkLst>
        </pc:sldLayoutChg>
        <pc:sldLayoutChg chg="add mod replId">
          <pc:chgData name="Paul TOUSSAINT" userId="138656c8a753f2df" providerId="Windows Live" clId="Web-{24D2B3C9-3537-3D8C-CE81-6442A0955B40}" dt="2026-05-17T09:02:52.102" v="19"/>
          <pc:sldLayoutMkLst>
            <pc:docMk/>
            <pc:sldMasterMk cId="99552714" sldId="2147483906"/>
            <pc:sldLayoutMk cId="202235041" sldId="2147483923"/>
          </pc:sldLayoutMkLst>
        </pc:sldLayoutChg>
      </pc:sldMasterChg>
    </pc:docChg>
  </pc:docChgLst>
  <pc:docChgLst>
    <pc:chgData name="Paul TOUSSAINT" userId="138656c8a753f2df" providerId="Windows Live" clId="Web-{06AF54E7-D413-6CCE-FE5A-9E0B9A824EBE}"/>
    <pc:docChg chg="addSld delSld modSld sldOrd">
      <pc:chgData name="Paul TOUSSAINT" userId="138656c8a753f2df" providerId="Windows Live" clId="Web-{06AF54E7-D413-6CCE-FE5A-9E0B9A824EBE}" dt="2026-05-17T14:10:50.612" v="231" actId="20577"/>
      <pc:docMkLst>
        <pc:docMk/>
      </pc:docMkLst>
      <pc:sldChg chg="addSp modSp">
        <pc:chgData name="Paul TOUSSAINT" userId="138656c8a753f2df" providerId="Windows Live" clId="Web-{06AF54E7-D413-6CCE-FE5A-9E0B9A824EBE}" dt="2026-05-17T13:54:14.427" v="190" actId="20577"/>
        <pc:sldMkLst>
          <pc:docMk/>
          <pc:sldMk cId="0" sldId="257"/>
        </pc:sldMkLst>
        <pc:spChg chg="mod">
          <ac:chgData name="Paul TOUSSAINT" userId="138656c8a753f2df" providerId="Windows Live" clId="Web-{06AF54E7-D413-6CCE-FE5A-9E0B9A824EBE}" dt="2026-05-17T13:54:14.427" v="190" actId="20577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Paul TOUSSAINT" userId="138656c8a753f2df" providerId="Windows Live" clId="Web-{06AF54E7-D413-6CCE-FE5A-9E0B9A824EBE}" dt="2026-05-17T13:34:31.440" v="128" actId="20577"/>
          <ac:spMkLst>
            <pc:docMk/>
            <pc:sldMk cId="0" sldId="257"/>
            <ac:spMk id="10" creationId="{B1C71A91-3B0C-6035-3A20-5B3F52D6F786}"/>
          </ac:spMkLst>
        </pc:spChg>
        <pc:spChg chg="add mod">
          <ac:chgData name="Paul TOUSSAINT" userId="138656c8a753f2df" providerId="Windows Live" clId="Web-{06AF54E7-D413-6CCE-FE5A-9E0B9A824EBE}" dt="2026-05-17T13:34:59.737" v="160" actId="20577"/>
          <ac:spMkLst>
            <pc:docMk/>
            <pc:sldMk cId="0" sldId="257"/>
            <ac:spMk id="11" creationId="{99377572-93A1-C673-058B-7289752D9438}"/>
          </ac:spMkLst>
        </pc:spChg>
      </pc:sldChg>
      <pc:sldChg chg="addSp delSp modSp ord">
        <pc:chgData name="Paul TOUSSAINT" userId="138656c8a753f2df" providerId="Windows Live" clId="Web-{06AF54E7-D413-6CCE-FE5A-9E0B9A824EBE}" dt="2026-05-17T14:07:39.238" v="199" actId="1076"/>
        <pc:sldMkLst>
          <pc:docMk/>
          <pc:sldMk cId="0" sldId="258"/>
        </pc:sldMkLst>
        <pc:spChg chg="add del mod">
          <ac:chgData name="Paul TOUSSAINT" userId="138656c8a753f2df" providerId="Windows Live" clId="Web-{06AF54E7-D413-6CCE-FE5A-9E0B9A824EBE}" dt="2026-05-17T14:06:38.597" v="196"/>
          <ac:spMkLst>
            <pc:docMk/>
            <pc:sldMk cId="0" sldId="258"/>
            <ac:spMk id="5" creationId="{14BEBC15-C7F6-AFF8-E2EB-03A004F9428B}"/>
          </ac:spMkLst>
        </pc:spChg>
        <pc:spChg chg="add mod">
          <ac:chgData name="Paul TOUSSAINT" userId="138656c8a753f2df" providerId="Windows Live" clId="Web-{06AF54E7-D413-6CCE-FE5A-9E0B9A824EBE}" dt="2026-05-17T14:07:39.238" v="199" actId="1076"/>
          <ac:spMkLst>
            <pc:docMk/>
            <pc:sldMk cId="0" sldId="258"/>
            <ac:spMk id="6" creationId="{498D902D-A22A-E2DF-20E9-FF01BB508BCF}"/>
          </ac:spMkLst>
        </pc:spChg>
        <pc:picChg chg="add del mod">
          <ac:chgData name="Paul TOUSSAINT" userId="138656c8a753f2df" providerId="Windows Live" clId="Web-{06AF54E7-D413-6CCE-FE5A-9E0B9A824EBE}" dt="2026-05-17T14:02:11.505" v="192"/>
          <ac:picMkLst>
            <pc:docMk/>
            <pc:sldMk cId="0" sldId="258"/>
            <ac:picMk id="4" creationId="{0AF32775-4A28-F92D-1813-84999D830FAE}"/>
          </ac:picMkLst>
        </pc:picChg>
      </pc:sldChg>
      <pc:sldChg chg="modSp">
        <pc:chgData name="Paul TOUSSAINT" userId="138656c8a753f2df" providerId="Windows Live" clId="Web-{06AF54E7-D413-6CCE-FE5A-9E0B9A824EBE}" dt="2026-05-17T13:42:46.553" v="179" actId="20577"/>
        <pc:sldMkLst>
          <pc:docMk/>
          <pc:sldMk cId="0" sldId="259"/>
        </pc:sldMkLst>
        <pc:spChg chg="mod">
          <ac:chgData name="Paul TOUSSAINT" userId="138656c8a753f2df" providerId="Windows Live" clId="Web-{06AF54E7-D413-6CCE-FE5A-9E0B9A824EBE}" dt="2026-05-17T13:42:46.553" v="179" actId="20577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Paul TOUSSAINT" userId="138656c8a753f2df" providerId="Windows Live" clId="Web-{06AF54E7-D413-6CCE-FE5A-9E0B9A824EBE}" dt="2026-05-17T13:53:34.099" v="187"/>
        <pc:sldMkLst>
          <pc:docMk/>
          <pc:sldMk cId="0" sldId="262"/>
        </pc:sldMkLst>
      </pc:sldChg>
      <pc:sldChg chg="addSp delSp modSp ord">
        <pc:chgData name="Paul TOUSSAINT" userId="138656c8a753f2df" providerId="Windows Live" clId="Web-{06AF54E7-D413-6CCE-FE5A-9E0B9A824EBE}" dt="2026-05-17T13:41:59.272" v="177"/>
        <pc:sldMkLst>
          <pc:docMk/>
          <pc:sldMk cId="0" sldId="263"/>
        </pc:sldMkLst>
        <pc:graphicFrameChg chg="del">
          <ac:chgData name="Paul TOUSSAINT" userId="138656c8a753f2df" providerId="Windows Live" clId="Web-{06AF54E7-D413-6CCE-FE5A-9E0B9A824EBE}" dt="2026-05-17T13:02:54.709" v="1"/>
          <ac:graphicFrameMkLst>
            <pc:docMk/>
            <pc:sldMk cId="0" sldId="263"/>
            <ac:graphicFrameMk id="4" creationId="{00000000-0000-0000-0000-000000000000}"/>
          </ac:graphicFrameMkLst>
        </pc:graphicFrameChg>
        <pc:picChg chg="add del mod">
          <ac:chgData name="Paul TOUSSAINT" userId="138656c8a753f2df" providerId="Windows Live" clId="Web-{06AF54E7-D413-6CCE-FE5A-9E0B9A824EBE}" dt="2026-05-17T13:03:56.193" v="4"/>
          <ac:picMkLst>
            <pc:docMk/>
            <pc:sldMk cId="0" sldId="263"/>
            <ac:picMk id="5" creationId="{E84A80A3-6761-3AD8-C540-1BC4763A194D}"/>
          </ac:picMkLst>
        </pc:picChg>
        <pc:picChg chg="add mod">
          <ac:chgData name="Paul TOUSSAINT" userId="138656c8a753f2df" providerId="Windows Live" clId="Web-{06AF54E7-D413-6CCE-FE5A-9E0B9A824EBE}" dt="2026-05-17T13:04:03.943" v="6" actId="1076"/>
          <ac:picMkLst>
            <pc:docMk/>
            <pc:sldMk cId="0" sldId="263"/>
            <ac:picMk id="6" creationId="{84D27852-0091-81B1-01DB-15A53F75D597}"/>
          </ac:picMkLst>
        </pc:picChg>
      </pc:sldChg>
      <pc:sldChg chg="addSp delSp modSp ord">
        <pc:chgData name="Paul TOUSSAINT" userId="138656c8a753f2df" providerId="Windows Live" clId="Web-{06AF54E7-D413-6CCE-FE5A-9E0B9A824EBE}" dt="2026-05-17T13:45:23.131" v="182"/>
        <pc:sldMkLst>
          <pc:docMk/>
          <pc:sldMk cId="0" sldId="267"/>
        </pc:sldMkLst>
        <pc:graphicFrameChg chg="del">
          <ac:chgData name="Paul TOUSSAINT" userId="138656c8a753f2df" providerId="Windows Live" clId="Web-{06AF54E7-D413-6CCE-FE5A-9E0B9A824EBE}" dt="2026-05-17T13:08:17.895" v="7"/>
          <ac:graphicFrameMkLst>
            <pc:docMk/>
            <pc:sldMk cId="0" sldId="267"/>
            <ac:graphicFrameMk id="4" creationId="{00000000-0000-0000-0000-000000000000}"/>
          </ac:graphicFrameMkLst>
        </pc:graphicFrameChg>
        <pc:picChg chg="add del mod">
          <ac:chgData name="Paul TOUSSAINT" userId="138656c8a753f2df" providerId="Windows Live" clId="Web-{06AF54E7-D413-6CCE-FE5A-9E0B9A824EBE}" dt="2026-05-17T13:09:14.269" v="11"/>
          <ac:picMkLst>
            <pc:docMk/>
            <pc:sldMk cId="0" sldId="267"/>
            <ac:picMk id="5" creationId="{C4446285-80F7-FADC-D6E6-77406FBA4C1B}"/>
          </ac:picMkLst>
        </pc:picChg>
        <pc:picChg chg="add mod">
          <ac:chgData name="Paul TOUSSAINT" userId="138656c8a753f2df" providerId="Windows Live" clId="Web-{06AF54E7-D413-6CCE-FE5A-9E0B9A824EBE}" dt="2026-05-17T13:09:30.457" v="14" actId="1076"/>
          <ac:picMkLst>
            <pc:docMk/>
            <pc:sldMk cId="0" sldId="267"/>
            <ac:picMk id="6" creationId="{568ED64D-1561-938D-1453-DBE345060F53}"/>
          </ac:picMkLst>
        </pc:picChg>
      </pc:sldChg>
      <pc:sldChg chg="modSp ord">
        <pc:chgData name="Paul TOUSSAINT" userId="138656c8a753f2df" providerId="Windows Live" clId="Web-{06AF54E7-D413-6CCE-FE5A-9E0B9A824EBE}" dt="2026-05-17T13:40:52.944" v="176" actId="20577"/>
        <pc:sldMkLst>
          <pc:docMk/>
          <pc:sldMk cId="0" sldId="268"/>
        </pc:sldMkLst>
        <pc:spChg chg="mod">
          <ac:chgData name="Paul TOUSSAINT" userId="138656c8a753f2df" providerId="Windows Live" clId="Web-{06AF54E7-D413-6CCE-FE5A-9E0B9A824EBE}" dt="2026-05-17T13:40:52.944" v="176" actId="20577"/>
          <ac:spMkLst>
            <pc:docMk/>
            <pc:sldMk cId="0" sldId="268"/>
            <ac:spMk id="4" creationId="{00000000-0000-0000-0000-000000000000}"/>
          </ac:spMkLst>
        </pc:spChg>
      </pc:sldChg>
      <pc:sldChg chg="modSp ord">
        <pc:chgData name="Paul TOUSSAINT" userId="138656c8a753f2df" providerId="Windows Live" clId="Web-{06AF54E7-D413-6CCE-FE5A-9E0B9A824EBE}" dt="2026-05-17T13:40:37.835" v="175" actId="20577"/>
        <pc:sldMkLst>
          <pc:docMk/>
          <pc:sldMk cId="0" sldId="269"/>
        </pc:sldMkLst>
        <pc:spChg chg="mod">
          <ac:chgData name="Paul TOUSSAINT" userId="138656c8a753f2df" providerId="Windows Live" clId="Web-{06AF54E7-D413-6CCE-FE5A-9E0B9A824EBE}" dt="2026-05-17T13:40:37.835" v="175" actId="20577"/>
          <ac:spMkLst>
            <pc:docMk/>
            <pc:sldMk cId="0" sldId="269"/>
            <ac:spMk id="4" creationId="{00000000-0000-0000-0000-000000000000}"/>
          </ac:spMkLst>
        </pc:spChg>
      </pc:sldChg>
      <pc:sldChg chg="modSp ord">
        <pc:chgData name="Paul TOUSSAINT" userId="138656c8a753f2df" providerId="Windows Live" clId="Web-{06AF54E7-D413-6CCE-FE5A-9E0B9A824EBE}" dt="2026-05-17T13:40:09.335" v="174" actId="20577"/>
        <pc:sldMkLst>
          <pc:docMk/>
          <pc:sldMk cId="0" sldId="270"/>
        </pc:sldMkLst>
        <pc:spChg chg="mod">
          <ac:chgData name="Paul TOUSSAINT" userId="138656c8a753f2df" providerId="Windows Live" clId="Web-{06AF54E7-D413-6CCE-FE5A-9E0B9A824EBE}" dt="2026-05-17T13:40:09.335" v="174" actId="20577"/>
          <ac:spMkLst>
            <pc:docMk/>
            <pc:sldMk cId="0" sldId="270"/>
            <ac:spMk id="4" creationId="{00000000-0000-0000-0000-000000000000}"/>
          </ac:spMkLst>
        </pc:spChg>
      </pc:sldChg>
      <pc:sldChg chg="del">
        <pc:chgData name="Paul TOUSSAINT" userId="138656c8a753f2df" providerId="Windows Live" clId="Web-{06AF54E7-D413-6CCE-FE5A-9E0B9A824EBE}" dt="2026-05-17T13:48:04.536" v="183"/>
        <pc:sldMkLst>
          <pc:docMk/>
          <pc:sldMk cId="0" sldId="272"/>
        </pc:sldMkLst>
      </pc:sldChg>
      <pc:sldChg chg="addSp delSp modSp new">
        <pc:chgData name="Paul TOUSSAINT" userId="138656c8a753f2df" providerId="Windows Live" clId="Web-{06AF54E7-D413-6CCE-FE5A-9E0B9A824EBE}" dt="2026-05-17T13:32:02.613" v="80" actId="1076"/>
        <pc:sldMkLst>
          <pc:docMk/>
          <pc:sldMk cId="1512606854" sldId="275"/>
        </pc:sldMkLst>
        <pc:spChg chg="add mod ord">
          <ac:chgData name="Paul TOUSSAINT" userId="138656c8a753f2df" providerId="Windows Live" clId="Web-{06AF54E7-D413-6CCE-FE5A-9E0B9A824EBE}" dt="2026-05-17T13:27:29.864" v="65"/>
          <ac:spMkLst>
            <pc:docMk/>
            <pc:sldMk cId="1512606854" sldId="275"/>
            <ac:spMk id="4" creationId="{1039C87C-0881-3282-B84F-32812D43BCBE}"/>
          </ac:spMkLst>
        </pc:spChg>
        <pc:picChg chg="add del mod">
          <ac:chgData name="Paul TOUSSAINT" userId="138656c8a753f2df" providerId="Windows Live" clId="Web-{06AF54E7-D413-6CCE-FE5A-9E0B9A824EBE}" dt="2026-05-17T13:31:45.644" v="75"/>
          <ac:picMkLst>
            <pc:docMk/>
            <pc:sldMk cId="1512606854" sldId="275"/>
            <ac:picMk id="2" creationId="{49838E7A-63B0-B828-A149-3995999ADA9C}"/>
          </ac:picMkLst>
        </pc:picChg>
        <pc:picChg chg="add mod">
          <ac:chgData name="Paul TOUSSAINT" userId="138656c8a753f2df" providerId="Windows Live" clId="Web-{06AF54E7-D413-6CCE-FE5A-9E0B9A824EBE}" dt="2026-05-17T13:32:02.613" v="80" actId="1076"/>
          <ac:picMkLst>
            <pc:docMk/>
            <pc:sldMk cId="1512606854" sldId="275"/>
            <ac:picMk id="5" creationId="{9FC69120-5766-8D2D-C9C3-1BC8F5282DFB}"/>
          </ac:picMkLst>
        </pc:picChg>
      </pc:sldChg>
      <pc:sldChg chg="new del">
        <pc:chgData name="Paul TOUSSAINT" userId="138656c8a753f2df" providerId="Windows Live" clId="Web-{06AF54E7-D413-6CCE-FE5A-9E0B9A824EBE}" dt="2026-05-17T13:51:24.287" v="185"/>
        <pc:sldMkLst>
          <pc:docMk/>
          <pc:sldMk cId="2897476080" sldId="276"/>
        </pc:sldMkLst>
      </pc:sldChg>
      <pc:sldChg chg="add replId">
        <pc:chgData name="Paul TOUSSAINT" userId="138656c8a753f2df" providerId="Windows Live" clId="Web-{06AF54E7-D413-6CCE-FE5A-9E0B9A824EBE}" dt="2026-05-17T13:51:27.974" v="186"/>
        <pc:sldMkLst>
          <pc:docMk/>
          <pc:sldMk cId="3007433978" sldId="276"/>
        </pc:sldMkLst>
      </pc:sldChg>
      <pc:sldChg chg="addSp delSp modSp new del">
        <pc:chgData name="Paul TOUSSAINT" userId="138656c8a753f2df" providerId="Windows Live" clId="Web-{06AF54E7-D413-6CCE-FE5A-9E0B9A824EBE}" dt="2026-05-17T13:31:04.113" v="73"/>
        <pc:sldMkLst>
          <pc:docMk/>
          <pc:sldMk cId="3444752709" sldId="276"/>
        </pc:sldMkLst>
        <pc:picChg chg="add del mod">
          <ac:chgData name="Paul TOUSSAINT" userId="138656c8a753f2df" providerId="Windows Live" clId="Web-{06AF54E7-D413-6CCE-FE5A-9E0B9A824EBE}" dt="2026-05-17T13:29:44.832" v="72"/>
          <ac:picMkLst>
            <pc:docMk/>
            <pc:sldMk cId="3444752709" sldId="276"/>
            <ac:picMk id="2" creationId="{92B3D6E7-D4C2-6EE2-ED59-195C689BA84F}"/>
          </ac:picMkLst>
        </pc:picChg>
      </pc:sldChg>
      <pc:sldChg chg="new del">
        <pc:chgData name="Paul TOUSSAINT" userId="138656c8a753f2df" providerId="Windows Live" clId="Web-{06AF54E7-D413-6CCE-FE5A-9E0B9A824EBE}" dt="2026-05-17T13:31:06.347" v="74"/>
        <pc:sldMkLst>
          <pc:docMk/>
          <pc:sldMk cId="1279019981" sldId="277"/>
        </pc:sldMkLst>
      </pc:sldChg>
      <pc:sldChg chg="addSp modSp new">
        <pc:chgData name="Paul TOUSSAINT" userId="138656c8a753f2df" providerId="Windows Live" clId="Web-{06AF54E7-D413-6CCE-FE5A-9E0B9A824EBE}" dt="2026-05-17T14:10:50.612" v="231" actId="20577"/>
        <pc:sldMkLst>
          <pc:docMk/>
          <pc:sldMk cId="3917479286" sldId="277"/>
        </pc:sldMkLst>
        <pc:spChg chg="add mod">
          <ac:chgData name="Paul TOUSSAINT" userId="138656c8a753f2df" providerId="Windows Live" clId="Web-{06AF54E7-D413-6CCE-FE5A-9E0B9A824EBE}" dt="2026-05-17T14:10:30.143" v="202"/>
          <ac:spMkLst>
            <pc:docMk/>
            <pc:sldMk cId="3917479286" sldId="277"/>
            <ac:spMk id="2" creationId="{80FF1936-209C-F745-8DA5-CA9109182087}"/>
          </ac:spMkLst>
        </pc:spChg>
        <pc:spChg chg="add mod">
          <ac:chgData name="Paul TOUSSAINT" userId="138656c8a753f2df" providerId="Windows Live" clId="Web-{06AF54E7-D413-6CCE-FE5A-9E0B9A824EBE}" dt="2026-05-17T14:10:50.612" v="231" actId="20577"/>
          <ac:spMkLst>
            <pc:docMk/>
            <pc:sldMk cId="3917479286" sldId="277"/>
            <ac:spMk id="4" creationId="{14A0E9DC-8F44-9A25-194A-C8F7DED0BE5F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33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2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23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0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903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8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93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77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1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3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9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909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52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164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759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184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350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Relationship Id="rId2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C6AFB090-8DE9-3E47-437F-BEF0BAF35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448"/>
            <a:ext cx="9144000" cy="6096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6889" y="1097280"/>
            <a:ext cx="6953765" cy="6155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>
              <a:defRPr sz="3400" b="1">
                <a:solidFill>
                  <a:srgbClr val="0F203E"/>
                </a:solidFill>
              </a:defRPr>
            </a:pPr>
            <a:r>
              <a:rPr err="1"/>
              <a:t>Projet</a:t>
            </a:r>
            <a:r>
              <a:t> de </a:t>
            </a:r>
            <a:r>
              <a:rPr err="1"/>
              <a:t>Sécurisation</a:t>
            </a:r>
            <a:r>
              <a:rPr lang="fr-FR"/>
              <a:t> </a:t>
            </a:r>
            <a:r>
              <a:t>DATASC.SEA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5375" y="5007799"/>
            <a:ext cx="5805115" cy="400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rPr lang="fr-FR" b="1"/>
              <a:t>• </a:t>
            </a:r>
            <a:r>
              <a:rPr b="1"/>
              <a:t>Infrastructure • </a:t>
            </a:r>
            <a:r>
              <a:rPr b="1" err="1"/>
              <a:t>Cybersécurité</a:t>
            </a:r>
            <a:r>
              <a:rPr b="1"/>
              <a:t> • Haute </a:t>
            </a:r>
            <a:r>
              <a:rPr b="1" err="1"/>
              <a:t>disponibilité</a:t>
            </a:r>
            <a:endParaRPr b="1"/>
          </a:p>
        </p:txBody>
      </p:sp>
      <p:sp>
        <p:nvSpPr>
          <p:cNvPr id="6" name="Rounded Rectangle 5"/>
          <p:cNvSpPr/>
          <p:nvPr/>
        </p:nvSpPr>
        <p:spPr>
          <a:xfrm>
            <a:off x="7434072" y="1005840"/>
            <a:ext cx="914400" cy="9144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08392" y="1280160"/>
            <a:ext cx="914400" cy="9144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82712" y="1554480"/>
            <a:ext cx="914400" cy="9144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E"/>
                </a:solidFill>
              </a:defRPr>
            </a:pPr>
            <a:r>
              <a:t>Sommaire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174" y="1371600"/>
            <a:ext cx="7498079" cy="3474720"/>
          </a:xfrm>
          <a:prstGeom prst="roundRect">
            <a:avLst/>
          </a:prstGeom>
          <a:solidFill>
            <a:srgbClr val="E6F0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rPr lang="en-US" b="1"/>
              <a:t>• Introduction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en-US" b="1"/>
              <a:t>• 1. </a:t>
            </a:r>
            <a:r>
              <a:rPr lang="en-US" b="1" err="1"/>
              <a:t>Contexte</a:t>
            </a:r>
            <a:r>
              <a:rPr lang="en-US" b="1"/>
              <a:t> et </a:t>
            </a:r>
            <a:r>
              <a:rPr lang="en-US" b="1" err="1"/>
              <a:t>problématiques</a:t>
            </a:r>
            <a:endParaRPr lang="en-US" b="1"/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en-US" b="1"/>
              <a:t>• 2. </a:t>
            </a:r>
            <a:r>
              <a:rPr lang="en-US" b="1" err="1"/>
              <a:t>Analyse</a:t>
            </a:r>
            <a:r>
              <a:rPr lang="en-US" b="1"/>
              <a:t> des </a:t>
            </a:r>
            <a:r>
              <a:rPr lang="en-US" b="1" err="1"/>
              <a:t>risques</a:t>
            </a:r>
            <a:endParaRPr lang="en-US" b="1"/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en-US" b="1"/>
              <a:t>• 3. Architecture </a:t>
            </a:r>
            <a:r>
              <a:rPr lang="en-US" b="1" err="1"/>
              <a:t>système</a:t>
            </a:r>
            <a:endParaRPr lang="en-US" b="1"/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en-US" b="1"/>
              <a:t>• 4. Architecture réseau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en-US" b="1"/>
              <a:t>• 5. </a:t>
            </a:r>
            <a:r>
              <a:rPr lang="en-US" b="1" err="1"/>
              <a:t>Sauvegardes</a:t>
            </a:r>
            <a:r>
              <a:rPr lang="en-US" b="1"/>
              <a:t> &amp; PRA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en-US" b="1"/>
              <a:t>• 6. </a:t>
            </a:r>
            <a:r>
              <a:rPr lang="en-US" b="1" err="1"/>
              <a:t>Messagerie</a:t>
            </a:r>
            <a:r>
              <a:rPr lang="en-US" b="1"/>
              <a:t> et </a:t>
            </a:r>
            <a:r>
              <a:rPr lang="en-US" b="1" err="1"/>
              <a:t>cybersécurité</a:t>
            </a:r>
            <a:endParaRPr lang="en-US" b="1"/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en-US" b="1"/>
              <a:t>• 7. </a:t>
            </a:r>
            <a:r>
              <a:rPr lang="en-US" b="1" err="1"/>
              <a:t>Chiffrage</a:t>
            </a:r>
            <a:r>
              <a:rPr lang="en-US" b="1"/>
              <a:t> </a:t>
            </a:r>
            <a:r>
              <a:rPr lang="en-US" b="1" err="1"/>
              <a:t>détaillé</a:t>
            </a:r>
            <a:endParaRPr lang="en-US" b="1"/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en-US" b="1"/>
              <a:t>• 8.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E"/>
                </a:solidFill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8092440" cy="3474720"/>
          </a:xfrm>
          <a:prstGeom prst="roundRect">
            <a:avLst/>
          </a:prstGeom>
          <a:solidFill>
            <a:srgbClr val="E6F0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rPr lang="fr-FR" b="1"/>
              <a:t>• DATASC.SEA est </a:t>
            </a:r>
            <a:r>
              <a:rPr lang="fr-FR" b="1" err="1"/>
              <a:t>spécialisée</a:t>
            </a:r>
            <a:r>
              <a:rPr lang="fr-FR" b="1"/>
              <a:t> dans </a:t>
            </a:r>
            <a:r>
              <a:rPr lang="fr-FR" b="1" err="1"/>
              <a:t>l’exploitation</a:t>
            </a:r>
            <a:r>
              <a:rPr lang="fr-FR" b="1"/>
              <a:t> et </a:t>
            </a:r>
            <a:r>
              <a:rPr lang="fr-FR" b="1" err="1"/>
              <a:t>l’analyse</a:t>
            </a:r>
            <a:r>
              <a:rPr lang="fr-FR" b="1"/>
              <a:t> de données marines.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fr-FR" b="1"/>
              <a:t>• Le </a:t>
            </a:r>
            <a:r>
              <a:rPr lang="fr-FR" b="1" err="1"/>
              <a:t>projet</a:t>
            </a:r>
            <a:r>
              <a:rPr lang="fr-FR" b="1"/>
              <a:t> vise à </a:t>
            </a:r>
            <a:r>
              <a:rPr lang="fr-FR" b="1" err="1"/>
              <a:t>moderniser</a:t>
            </a:r>
            <a:r>
              <a:rPr lang="fr-FR" b="1"/>
              <a:t> et </a:t>
            </a:r>
            <a:r>
              <a:rPr lang="fr-FR" b="1" err="1"/>
              <a:t>sécuriser</a:t>
            </a:r>
            <a:r>
              <a:rPr lang="fr-FR" b="1"/>
              <a:t> </a:t>
            </a:r>
            <a:r>
              <a:rPr lang="fr-FR" b="1" err="1"/>
              <a:t>l’infrastructure</a:t>
            </a:r>
            <a:r>
              <a:rPr lang="fr-FR" b="1"/>
              <a:t> </a:t>
            </a:r>
            <a:r>
              <a:rPr lang="fr-FR" b="1" err="1"/>
              <a:t>informatique</a:t>
            </a:r>
            <a:r>
              <a:rPr lang="fr-FR" b="1"/>
              <a:t>.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fr-FR" b="1"/>
              <a:t>• </a:t>
            </a:r>
            <a:r>
              <a:rPr lang="fr-FR" b="1" err="1"/>
              <a:t>Objectifs</a:t>
            </a:r>
            <a:r>
              <a:rPr lang="fr-FR" b="1"/>
              <a:t> : </a:t>
            </a:r>
            <a:r>
              <a:rPr lang="fr-FR" b="1" err="1"/>
              <a:t>améliorer</a:t>
            </a:r>
            <a:r>
              <a:rPr lang="fr-FR" b="1"/>
              <a:t> la </a:t>
            </a:r>
            <a:r>
              <a:rPr lang="fr-FR" b="1" err="1"/>
              <a:t>disponibilité</a:t>
            </a:r>
            <a:r>
              <a:rPr lang="fr-FR" b="1"/>
              <a:t>, la </a:t>
            </a:r>
            <a:r>
              <a:rPr lang="fr-FR" b="1" err="1"/>
              <a:t>résilience</a:t>
            </a:r>
            <a:r>
              <a:rPr lang="fr-FR" b="1"/>
              <a:t> et la </a:t>
            </a:r>
            <a:r>
              <a:rPr lang="fr-FR" b="1" err="1"/>
              <a:t>cybersécurité</a:t>
            </a:r>
            <a:r>
              <a:rPr lang="fr-FR" b="1"/>
              <a:t>.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fr-FR" b="1"/>
              <a:t>• </a:t>
            </a:r>
            <a:r>
              <a:rPr lang="fr-FR" b="1" err="1"/>
              <a:t>L’étude</a:t>
            </a:r>
            <a:r>
              <a:rPr lang="fr-FR" b="1"/>
              <a:t> </a:t>
            </a:r>
            <a:r>
              <a:rPr lang="fr-FR" b="1" err="1"/>
              <a:t>s’appuie</a:t>
            </a:r>
            <a:r>
              <a:rPr lang="fr-FR" b="1"/>
              <a:t> sur </a:t>
            </a:r>
            <a:r>
              <a:rPr lang="fr-FR" b="1" err="1"/>
              <a:t>une</a:t>
            </a:r>
            <a:r>
              <a:rPr lang="fr-FR" b="1"/>
              <a:t> </a:t>
            </a:r>
            <a:r>
              <a:rPr lang="fr-FR" b="1" err="1"/>
              <a:t>analyse</a:t>
            </a:r>
            <a:r>
              <a:rPr lang="fr-FR" b="1"/>
              <a:t> de </a:t>
            </a:r>
            <a:r>
              <a:rPr lang="fr-FR" b="1" err="1"/>
              <a:t>risques</a:t>
            </a:r>
            <a:r>
              <a:rPr lang="fr-FR" b="1"/>
              <a:t> </a:t>
            </a:r>
            <a:r>
              <a:rPr lang="fr-FR" b="1" err="1"/>
              <a:t>complète</a:t>
            </a:r>
            <a:r>
              <a:rPr lang="fr-FR" b="1"/>
              <a:t> du </a:t>
            </a:r>
            <a:r>
              <a:rPr lang="fr-FR" b="1" err="1"/>
              <a:t>système</a:t>
            </a:r>
            <a:r>
              <a:rPr lang="fr-FR" b="1"/>
              <a:t> </a:t>
            </a:r>
            <a:r>
              <a:rPr lang="fr-FR" b="1" err="1"/>
              <a:t>d’information</a:t>
            </a:r>
            <a:r>
              <a:rPr lang="fr-FR" b="1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4391267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03E"/>
                </a:solidFill>
              </a:defRPr>
            </a:pPr>
            <a:r>
              <a:rPr lang="en-US" err="1">
                <a:solidFill>
                  <a:srgbClr val="464646"/>
                </a:solidFill>
              </a:rPr>
              <a:t>Contexte</a:t>
            </a:r>
            <a:r>
              <a:rPr lang="en-US">
                <a:solidFill>
                  <a:srgbClr val="464646"/>
                </a:solidFill>
              </a:rPr>
              <a:t> et </a:t>
            </a:r>
            <a:r>
              <a:rPr lang="en-US" err="1">
                <a:solidFill>
                  <a:srgbClr val="464646"/>
                </a:solidFill>
              </a:rPr>
              <a:t>problématiques</a:t>
            </a:r>
            <a:endParaRPr lang="fr-FR" err="1"/>
          </a:p>
        </p:txBody>
      </p:sp>
      <p:sp>
        <p:nvSpPr>
          <p:cNvPr id="4" name="Rounded Rectangle 3"/>
          <p:cNvSpPr/>
          <p:nvPr/>
        </p:nvSpPr>
        <p:spPr>
          <a:xfrm>
            <a:off x="688718" y="1371600"/>
            <a:ext cx="3383280" cy="731520"/>
          </a:xfrm>
          <a:prstGeom prst="roundRect">
            <a:avLst/>
          </a:prstGeom>
          <a:solidFill>
            <a:srgbClr val="E6F0FF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5050"/>
                </a:solidFill>
              </a:defRPr>
            </a:pPr>
            <a:r>
              <a:t>Infrastructure obsolète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20638" y="1371600"/>
            <a:ext cx="3383280" cy="731520"/>
          </a:xfrm>
          <a:prstGeom prst="roundRect">
            <a:avLst/>
          </a:prstGeom>
          <a:solidFill>
            <a:srgbClr val="E6F0FF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5050"/>
                </a:solidFill>
              </a:defRPr>
            </a:pPr>
            <a:r>
              <a:t>Absence de PRA/PCA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8718" y="2377440"/>
            <a:ext cx="3383280" cy="731520"/>
          </a:xfrm>
          <a:prstGeom prst="roundRect">
            <a:avLst/>
          </a:prstGeom>
          <a:solidFill>
            <a:srgbClr val="E6F0FF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5050"/>
                </a:solidFill>
              </a:defRPr>
            </a:pPr>
            <a:r>
              <a:t>Wi‑Fi WEP vulnérable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20638" y="2377440"/>
            <a:ext cx="3383280" cy="731520"/>
          </a:xfrm>
          <a:prstGeom prst="roundRect">
            <a:avLst/>
          </a:prstGeom>
          <a:solidFill>
            <a:srgbClr val="E6F0FF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5050"/>
                </a:solidFill>
              </a:defRPr>
            </a:pPr>
            <a:r>
              <a:t>Switch unique critique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8718" y="3383280"/>
            <a:ext cx="3383280" cy="731520"/>
          </a:xfrm>
          <a:prstGeom prst="roundRect">
            <a:avLst/>
          </a:prstGeom>
          <a:solidFill>
            <a:srgbClr val="E6F0FF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5050"/>
                </a:solidFill>
              </a:defRPr>
            </a:pPr>
            <a:r>
              <a:t>Pas de segmentation VLAN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20638" y="3383280"/>
            <a:ext cx="3383280" cy="731520"/>
          </a:xfrm>
          <a:prstGeom prst="roundRect">
            <a:avLst/>
          </a:prstGeom>
          <a:solidFill>
            <a:srgbClr val="E6F0FF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05050"/>
                </a:solidFill>
              </a:defRPr>
            </a:pPr>
            <a:r>
              <a:t>Risque ransomware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B1C71A91-3B0C-6035-3A20-5B3F52D6F786}"/>
              </a:ext>
            </a:extLst>
          </p:cNvPr>
          <p:cNvSpPr/>
          <p:nvPr/>
        </p:nvSpPr>
        <p:spPr>
          <a:xfrm>
            <a:off x="688717" y="4488360"/>
            <a:ext cx="3383280" cy="731520"/>
          </a:xfrm>
          <a:prstGeom prst="roundRect">
            <a:avLst/>
          </a:prstGeom>
          <a:solidFill>
            <a:srgbClr val="E6F0FF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600" b="1">
                <a:solidFill>
                  <a:srgbClr val="505050"/>
                </a:solidFill>
              </a:defRPr>
            </a:pPr>
            <a:r>
              <a:rPr lang="fr-FR"/>
              <a:t>Point de défaillance unique (hyperviseur)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99377572-93A1-C673-058B-7289752D9438}"/>
              </a:ext>
            </a:extLst>
          </p:cNvPr>
          <p:cNvSpPr/>
          <p:nvPr/>
        </p:nvSpPr>
        <p:spPr>
          <a:xfrm>
            <a:off x="4621503" y="4488359"/>
            <a:ext cx="3383280" cy="731520"/>
          </a:xfrm>
          <a:prstGeom prst="roundRect">
            <a:avLst/>
          </a:prstGeom>
          <a:solidFill>
            <a:srgbClr val="E6F0FF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600" b="1">
                <a:solidFill>
                  <a:srgbClr val="505050"/>
                </a:solidFill>
              </a:defRPr>
            </a:pPr>
            <a:r>
              <a:rPr lang="fr-FR"/>
              <a:t>Sauvegarde saturée et inexploitable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E"/>
                </a:solidFill>
              </a:defRPr>
            </a:pPr>
            <a:r>
              <a:t>Analyse des risques – Synthèse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7498079" cy="3474720"/>
          </a:xfrm>
          <a:prstGeom prst="roundRect">
            <a:avLst/>
          </a:prstGeom>
          <a:solidFill>
            <a:srgbClr val="E6F0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  <a:defRPr sz="1800">
                <a:solidFill>
                  <a:srgbClr val="464646"/>
                </a:solidFill>
              </a:defRPr>
            </a:pPr>
            <a:r>
              <a:rPr lang="en-US" b="1">
                <a:latin typeface="Garamond"/>
                <a:ea typeface="Calibri"/>
                <a:cs typeface="Calibri"/>
              </a:rPr>
              <a:t>Perte des </a:t>
            </a:r>
            <a:r>
              <a:rPr lang="en-US" b="1" err="1">
                <a:latin typeface="Garamond"/>
                <a:ea typeface="Calibri"/>
                <a:cs typeface="Calibri"/>
              </a:rPr>
              <a:t>sauvegardes</a:t>
            </a:r>
            <a:r>
              <a:rPr lang="en-US" b="1">
                <a:latin typeface="Garamond"/>
                <a:ea typeface="Calibri"/>
                <a:cs typeface="Calibri"/>
              </a:rPr>
              <a:t> </a:t>
            </a:r>
            <a:r>
              <a:rPr lang="en-US" b="1" err="1">
                <a:latin typeface="Garamond"/>
                <a:ea typeface="Calibri"/>
                <a:cs typeface="Calibri"/>
              </a:rPr>
              <a:t>liée</a:t>
            </a:r>
            <a:r>
              <a:rPr lang="en-US" b="1">
                <a:latin typeface="Garamond"/>
                <a:ea typeface="Calibri"/>
                <a:cs typeface="Calibri"/>
              </a:rPr>
              <a:t> à la saturation du NAS</a:t>
            </a:r>
            <a:endParaRPr lang="fr-FR" b="1"/>
          </a:p>
          <a:p>
            <a:pPr marL="285750" indent="-285750">
              <a:buFont typeface="Arial"/>
              <a:buChar char="•"/>
              <a:defRPr sz="1800">
                <a:solidFill>
                  <a:srgbClr val="464646"/>
                </a:solidFill>
              </a:defRPr>
            </a:pPr>
            <a:r>
              <a:rPr lang="en-US" b="1">
                <a:latin typeface="Garamond"/>
                <a:ea typeface="Calibri"/>
                <a:cs typeface="Calibri"/>
              </a:rPr>
              <a:t>Panne de </a:t>
            </a:r>
            <a:r>
              <a:rPr lang="en-US" b="1" err="1">
                <a:latin typeface="Garamond"/>
                <a:ea typeface="Calibri"/>
                <a:cs typeface="Calibri"/>
              </a:rPr>
              <a:t>l’hyperviseur</a:t>
            </a:r>
            <a:r>
              <a:rPr lang="en-US" b="1">
                <a:latin typeface="Garamond"/>
                <a:ea typeface="Calibri"/>
                <a:cs typeface="Calibri"/>
              </a:rPr>
              <a:t> unique</a:t>
            </a:r>
          </a:p>
          <a:p>
            <a:pPr marL="285750" indent="-285750">
              <a:buFont typeface="Arial"/>
              <a:buChar char="•"/>
              <a:defRPr sz="1800">
                <a:solidFill>
                  <a:srgbClr val="464646"/>
                </a:solidFill>
              </a:defRPr>
            </a:pPr>
            <a:r>
              <a:rPr lang="en-US" b="1" err="1">
                <a:latin typeface="Garamond"/>
                <a:ea typeface="Calibri"/>
                <a:cs typeface="Calibri"/>
              </a:rPr>
              <a:t>Défaillance</a:t>
            </a:r>
            <a:r>
              <a:rPr lang="en-US" b="1">
                <a:latin typeface="Garamond"/>
                <a:ea typeface="Calibri"/>
                <a:cs typeface="Calibri"/>
              </a:rPr>
              <a:t> du switch unique</a:t>
            </a:r>
          </a:p>
          <a:p>
            <a:pPr marL="285750" indent="-285750">
              <a:buFont typeface="Arial"/>
              <a:buChar char="•"/>
              <a:defRPr sz="1800">
                <a:solidFill>
                  <a:srgbClr val="464646"/>
                </a:solidFill>
              </a:defRPr>
            </a:pPr>
            <a:r>
              <a:rPr lang="en-US" b="1" err="1">
                <a:latin typeface="Garamond"/>
                <a:ea typeface="Calibri"/>
                <a:cs typeface="Calibri"/>
              </a:rPr>
              <a:t>Attaque</a:t>
            </a:r>
            <a:r>
              <a:rPr lang="en-US" b="1">
                <a:latin typeface="Garamond"/>
                <a:ea typeface="Calibri"/>
                <a:cs typeface="Calibri"/>
              </a:rPr>
              <a:t> ransomware</a:t>
            </a:r>
          </a:p>
          <a:p>
            <a:pPr marL="285750" indent="-285750">
              <a:buFont typeface="Arial"/>
              <a:buChar char="•"/>
              <a:defRPr sz="1800">
                <a:solidFill>
                  <a:srgbClr val="464646"/>
                </a:solidFill>
              </a:defRPr>
            </a:pPr>
            <a:r>
              <a:rPr lang="en-US" b="1">
                <a:latin typeface="Garamond"/>
                <a:ea typeface="Calibri"/>
                <a:cs typeface="Calibri"/>
              </a:rPr>
              <a:t>Compromission des </a:t>
            </a:r>
            <a:r>
              <a:rPr lang="en-US" b="1" err="1">
                <a:latin typeface="Garamond"/>
                <a:ea typeface="Calibri"/>
                <a:cs typeface="Calibri"/>
              </a:rPr>
              <a:t>accès</a:t>
            </a:r>
            <a:r>
              <a:rPr lang="en-US" b="1">
                <a:latin typeface="Garamond"/>
                <a:ea typeface="Calibri"/>
                <a:cs typeface="Calibri"/>
              </a:rPr>
              <a:t> </a:t>
            </a:r>
            <a:r>
              <a:rPr lang="en-US" b="1" err="1">
                <a:latin typeface="Garamond"/>
                <a:ea typeface="Calibri"/>
                <a:cs typeface="Calibri"/>
              </a:rPr>
              <a:t>distants</a:t>
            </a:r>
            <a:r>
              <a:rPr lang="en-US" b="1">
                <a:latin typeface="Garamond"/>
                <a:ea typeface="Calibri"/>
                <a:cs typeface="Calibri"/>
              </a:rPr>
              <a:t> via TeamViewer</a:t>
            </a:r>
          </a:p>
          <a:p>
            <a:pPr marL="285750" indent="-285750">
              <a:buFont typeface="Arial"/>
              <a:buChar char="•"/>
              <a:defRPr sz="1800">
                <a:solidFill>
                  <a:srgbClr val="464646"/>
                </a:solidFill>
              </a:defRPr>
            </a:pPr>
            <a:r>
              <a:rPr lang="en-US" b="1">
                <a:latin typeface="Garamond"/>
                <a:ea typeface="Calibri"/>
                <a:cs typeface="Calibri"/>
              </a:rPr>
              <a:t>Absence de segmentation réseau</a:t>
            </a:r>
          </a:p>
          <a:p>
            <a:pPr marL="285750" indent="-285750">
              <a:buFont typeface="Arial"/>
              <a:buChar char="•"/>
              <a:defRPr sz="1800">
                <a:solidFill>
                  <a:srgbClr val="464646"/>
                </a:solidFill>
              </a:defRPr>
            </a:pPr>
            <a:r>
              <a:rPr lang="en-US" b="1">
                <a:latin typeface="Garamond"/>
                <a:ea typeface="Calibri"/>
                <a:cs typeface="Calibri"/>
              </a:rPr>
              <a:t>Risque </a:t>
            </a:r>
            <a:r>
              <a:rPr lang="en-US" b="1" err="1">
                <a:latin typeface="Garamond"/>
                <a:ea typeface="Calibri"/>
                <a:cs typeface="Calibri"/>
              </a:rPr>
              <a:t>d’inondation</a:t>
            </a:r>
            <a:r>
              <a:rPr lang="en-US" b="1">
                <a:latin typeface="Garamond"/>
                <a:ea typeface="Calibri"/>
                <a:cs typeface="Calibri"/>
              </a:rPr>
              <a:t> des </a:t>
            </a:r>
            <a:r>
              <a:rPr lang="en-US" b="1" err="1">
                <a:latin typeface="Garamond"/>
                <a:ea typeface="Calibri"/>
                <a:cs typeface="Calibri"/>
              </a:rPr>
              <a:t>locaux</a:t>
            </a:r>
          </a:p>
          <a:p>
            <a:pPr marL="285750" indent="-285750">
              <a:buFont typeface="Arial"/>
              <a:buChar char="•"/>
              <a:defRPr sz="1800">
                <a:solidFill>
                  <a:srgbClr val="464646"/>
                </a:solidFill>
              </a:defRPr>
            </a:pPr>
            <a:r>
              <a:rPr lang="en-US" b="1" err="1">
                <a:latin typeface="Garamond"/>
                <a:ea typeface="Calibri"/>
                <a:cs typeface="Calibri"/>
              </a:rPr>
              <a:t>Campagnes</a:t>
            </a:r>
            <a:r>
              <a:rPr lang="en-US" b="1">
                <a:latin typeface="Garamond"/>
                <a:ea typeface="Calibri"/>
                <a:cs typeface="Calibri"/>
              </a:rPr>
              <a:t> de phishing </a:t>
            </a:r>
            <a:r>
              <a:rPr lang="en-US" b="1" err="1">
                <a:latin typeface="Garamond"/>
                <a:ea typeface="Calibri"/>
                <a:cs typeface="Calibri"/>
              </a:rPr>
              <a:t>ciblant</a:t>
            </a:r>
            <a:r>
              <a:rPr lang="en-US" b="1">
                <a:latin typeface="Garamond"/>
                <a:ea typeface="Calibri"/>
                <a:cs typeface="Calibri"/>
              </a:rPr>
              <a:t> les </a:t>
            </a:r>
            <a:r>
              <a:rPr lang="en-US" b="1" err="1">
                <a:latin typeface="Garamond"/>
                <a:ea typeface="Calibri"/>
                <a:cs typeface="Calibri"/>
              </a:rPr>
              <a:t>collaborateurs</a:t>
            </a:r>
          </a:p>
          <a:p>
            <a:pPr marL="285750" indent="-285750">
              <a:buFont typeface="Arial"/>
              <a:buChar char="•"/>
              <a:defRPr sz="1800">
                <a:solidFill>
                  <a:srgbClr val="464646"/>
                </a:solidFill>
              </a:defRPr>
            </a:pPr>
            <a:r>
              <a:rPr lang="en-US" b="1" err="1">
                <a:latin typeface="Garamond"/>
                <a:ea typeface="Calibri"/>
                <a:cs typeface="Calibri"/>
              </a:rPr>
              <a:t>Vulnérabilité</a:t>
            </a:r>
            <a:r>
              <a:rPr lang="en-US" b="1">
                <a:latin typeface="Garamond"/>
                <a:ea typeface="Calibri"/>
                <a:cs typeface="Calibri"/>
              </a:rPr>
              <a:t> </a:t>
            </a:r>
            <a:r>
              <a:rPr lang="en-US" b="1" err="1">
                <a:latin typeface="Garamond"/>
                <a:ea typeface="Calibri"/>
                <a:cs typeface="Calibri"/>
              </a:rPr>
              <a:t>globale</a:t>
            </a:r>
            <a:r>
              <a:rPr lang="en-US" b="1">
                <a:latin typeface="Garamond"/>
                <a:ea typeface="Calibri"/>
                <a:cs typeface="Calibri"/>
              </a:rPr>
              <a:t> aux </a:t>
            </a:r>
            <a:r>
              <a:rPr lang="en-US" b="1" err="1">
                <a:latin typeface="Garamond"/>
                <a:ea typeface="Calibri"/>
                <a:cs typeface="Calibri"/>
              </a:rPr>
              <a:t>cyberattaques</a:t>
            </a:r>
            <a:endParaRPr lang="en-US" b="1">
              <a:latin typeface="Garamond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Tableau – Serveurs &amp; Virtualisation</a:t>
            </a:r>
          </a:p>
        </p:txBody>
      </p:sp>
      <p:pic>
        <p:nvPicPr>
          <p:cNvPr id="6" name="Image 5" descr="Une image contenant texte, capture d’écran, Parallèle, nombre&#10;&#10;Le contenu généré par l’IA peut être incorrect.">
            <a:extLst>
              <a:ext uri="{FF2B5EF4-FFF2-40B4-BE49-F238E27FC236}">
                <a16:creationId xmlns:a16="http://schemas.microsoft.com/office/drawing/2014/main" id="{84D27852-0091-81B1-01DB-15A53F75D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1005948"/>
            <a:ext cx="63246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3216330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03E"/>
                </a:solidFill>
              </a:defRPr>
            </a:pPr>
            <a:r>
              <a:rPr lang="fr-FR"/>
              <a:t>Plan d'adressage IP</a:t>
            </a:r>
            <a:endParaRPr/>
          </a:p>
        </p:txBody>
      </p:sp>
      <p:pic>
        <p:nvPicPr>
          <p:cNvPr id="8" name="Image 7" descr="Une image contenant texte, capture d’écran, nombre, Parallèle&#10;&#10;Le contenu généré par l’IA peut être incorrect.">
            <a:extLst>
              <a:ext uri="{FF2B5EF4-FFF2-40B4-BE49-F238E27FC236}">
                <a16:creationId xmlns:a16="http://schemas.microsoft.com/office/drawing/2014/main" id="{803FEF84-E8C8-F054-FC29-4C79B0B29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3" y="2070002"/>
            <a:ext cx="7969935" cy="27294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34747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E"/>
                </a:solidFill>
              </a:defRPr>
            </a:pPr>
            <a:r>
              <a:t>Architecture</a:t>
            </a:r>
          </a:p>
        </p:txBody>
      </p:sp>
      <p:pic>
        <p:nvPicPr>
          <p:cNvPr id="4" name="Picture 3" descr="Schema-Architecture-Datas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43000"/>
            <a:ext cx="7406640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Exemple – Contrôle des flux VLAN (ACL)</a:t>
            </a:r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68ED64D-1561-938D-1453-DBE345060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967" y="1717503"/>
            <a:ext cx="6520065" cy="2729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E"/>
                </a:solidFill>
              </a:defRPr>
            </a:pPr>
            <a:r>
              <a:rPr err="1"/>
              <a:t>Messagerie</a:t>
            </a:r>
            <a:r>
              <a:t> &amp; Sécurité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7498079" cy="3474720"/>
          </a:xfrm>
          <a:prstGeom prst="roundRect">
            <a:avLst/>
          </a:prstGeom>
          <a:solidFill>
            <a:srgbClr val="E6F0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rPr lang="fr-FR" b="1"/>
              <a:t>• Migration vers Microsoft 365 et Exchange Online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fr-FR" b="1"/>
              <a:t>• Protection SPF / DKIM / DMARC </a:t>
            </a:r>
            <a:r>
              <a:rPr lang="fr-FR" b="1" err="1"/>
              <a:t>contre</a:t>
            </a:r>
            <a:r>
              <a:rPr lang="fr-FR" b="1"/>
              <a:t> le phishing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fr-FR" b="1"/>
              <a:t>• </a:t>
            </a:r>
            <a:r>
              <a:rPr lang="fr-FR" b="1" err="1"/>
              <a:t>Réduction</a:t>
            </a:r>
            <a:r>
              <a:rPr lang="fr-FR" b="1"/>
              <a:t> de la surface </a:t>
            </a:r>
            <a:r>
              <a:rPr lang="fr-FR" b="1" err="1"/>
              <a:t>d’exposition</a:t>
            </a:r>
            <a:r>
              <a:rPr lang="fr-FR" b="1"/>
              <a:t> des services internes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fr-FR" b="1"/>
              <a:t>• </a:t>
            </a:r>
            <a:r>
              <a:rPr lang="fr-FR" b="1" err="1"/>
              <a:t>Centralisation</a:t>
            </a:r>
            <a:r>
              <a:rPr lang="fr-FR" b="1"/>
              <a:t> et </a:t>
            </a:r>
            <a:r>
              <a:rPr lang="fr-FR" b="1" err="1"/>
              <a:t>sécurisation</a:t>
            </a:r>
            <a:r>
              <a:rPr lang="fr-FR" b="1"/>
              <a:t> des </a:t>
            </a:r>
            <a:r>
              <a:rPr lang="fr-FR" b="1" err="1"/>
              <a:t>accès</a:t>
            </a:r>
            <a:r>
              <a:rPr lang="fr-FR" b="1"/>
              <a:t> </a:t>
            </a:r>
            <a:r>
              <a:rPr lang="fr-FR" b="1" err="1"/>
              <a:t>utilisateurs</a:t>
            </a:r>
            <a:endParaRPr lang="fr-FR" b="1"/>
          </a:p>
          <a:p>
            <a:pPr>
              <a:defRPr sz="1800">
                <a:solidFill>
                  <a:srgbClr val="464646"/>
                </a:solidFill>
              </a:defRPr>
            </a:pPr>
            <a:r>
              <a:rPr lang="fr-FR" b="1"/>
              <a:t>• </a:t>
            </a:r>
            <a:r>
              <a:rPr lang="fr-FR" b="1" err="1"/>
              <a:t>Possibilité</a:t>
            </a:r>
            <a:r>
              <a:rPr lang="fr-FR" b="1"/>
              <a:t> future </a:t>
            </a:r>
            <a:r>
              <a:rPr lang="fr-FR" b="1" err="1"/>
              <a:t>d’intégration</a:t>
            </a:r>
            <a:r>
              <a:rPr lang="fr-FR" b="1"/>
              <a:t> Microsoft Entra Connect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1039C87C-0881-3282-B84F-32812D43BCBE}"/>
              </a:ext>
            </a:extLst>
          </p:cNvPr>
          <p:cNvSpPr txBox="1"/>
          <p:nvPr/>
        </p:nvSpPr>
        <p:spPr>
          <a:xfrm>
            <a:off x="731520" y="731520"/>
            <a:ext cx="3715120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000" b="1">
                <a:solidFill>
                  <a:srgbClr val="0F203E"/>
                </a:solidFill>
              </a:defRPr>
            </a:pPr>
            <a:r>
              <a:rPr lang="fr-FR"/>
              <a:t>Tableau RPO &amp; RTO</a:t>
            </a:r>
          </a:p>
        </p:txBody>
      </p:sp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9FC69120-5766-8D2D-C9C3-1BC8F5282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45" y="2162311"/>
            <a:ext cx="7919745" cy="286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06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3E"/>
                </a:solidFill>
              </a:defRPr>
            </a:pPr>
            <a:r>
              <a:rPr lang="fr-FR" noProof="0"/>
              <a:t>Analyse budgétaire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609344"/>
            <a:ext cx="2035814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lang="fr-FR" noProof="0"/>
              <a:t>Budget global estimé :</a:t>
            </a:r>
          </a:p>
          <a:p>
            <a:pPr>
              <a:defRPr sz="1600"/>
            </a:pPr>
            <a:r>
              <a:rPr lang="fr-FR" noProof="0"/>
              <a:t>40 000 € à 50 000 €</a:t>
            </a:r>
          </a:p>
          <a:p>
            <a:pPr>
              <a:defRPr sz="1600"/>
            </a:pPr>
            <a:endParaRPr lang="fr-FR" noProof="0"/>
          </a:p>
          <a:p>
            <a:pPr>
              <a:defRPr sz="1600"/>
            </a:pPr>
            <a:r>
              <a:rPr lang="fr-FR" noProof="0"/>
              <a:t>Priorité sure :</a:t>
            </a:r>
          </a:p>
          <a:p>
            <a:pPr>
              <a:defRPr sz="1600"/>
            </a:pPr>
            <a:r>
              <a:rPr lang="fr-FR" noProof="0"/>
              <a:t>• Haute disponibilité</a:t>
            </a:r>
          </a:p>
          <a:p>
            <a:pPr>
              <a:defRPr sz="1600"/>
            </a:pPr>
            <a:r>
              <a:rPr lang="fr-FR" noProof="0"/>
              <a:t>• Sécurité réseau</a:t>
            </a:r>
          </a:p>
          <a:p>
            <a:pPr>
              <a:defRPr sz="1600"/>
            </a:pPr>
            <a:r>
              <a:rPr lang="fr-FR" noProof="0"/>
              <a:t>• Sauvegardes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8C7A2D1-E677-F93F-857C-A6335FF26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56" y="1188720"/>
            <a:ext cx="5030488" cy="33567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205849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Tableau –</a:t>
            </a:r>
            <a:r>
              <a:rPr lang="fr-FR"/>
              <a:t> Serveurs et Virtualisation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646007"/>
              </p:ext>
            </p:extLst>
          </p:nvPr>
        </p:nvGraphicFramePr>
        <p:xfrm>
          <a:off x="690663" y="1420238"/>
          <a:ext cx="7813884" cy="315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4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4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837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err="1"/>
                        <a:t>Équipement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err="1"/>
                        <a:t>Quantité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Prix </a:t>
                      </a:r>
                      <a:r>
                        <a:rPr err="1"/>
                        <a:t>estimé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372">
                <a:tc>
                  <a:txBody>
                    <a:bodyPr/>
                    <a:lstStyle/>
                    <a:p>
                      <a:r>
                        <a:rPr lang="fr-FR"/>
                        <a:t>DELL </a:t>
                      </a:r>
                      <a:r>
                        <a:rPr lang="fr-FR" err="1"/>
                        <a:t>Poweredge</a:t>
                      </a:r>
                      <a:r>
                        <a:rPr lang="fr-FR"/>
                        <a:t> R360</a:t>
                      </a:r>
                      <a:endParaRPr/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</a:t>
                      </a:r>
                      <a:r>
                        <a:rPr lang="fr-FR"/>
                        <a:t>40</a:t>
                      </a:r>
                      <a:r>
                        <a:t> 000 €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372">
                <a:tc>
                  <a:txBody>
                    <a:bodyPr/>
                    <a:lstStyle/>
                    <a:p>
                      <a:r>
                        <a:rPr lang="fr-FR"/>
                        <a:t>Garantie 3 ans 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rPr lang="fr-FR"/>
                        <a:t>Incluse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372">
                <a:tc>
                  <a:txBody>
                    <a:bodyPr/>
                    <a:lstStyle/>
                    <a:p>
                      <a:r>
                        <a:rPr lang="fr-FR"/>
                        <a:t>Hyper-V</a:t>
                      </a:r>
                      <a:endParaRPr/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rPr lang="fr-FR" err="1"/>
                        <a:t>Inclus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endParaRPr lang="fr-FR"/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25AE-6CB0-44B5-41A7-B5C9107D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CB1AA3-FF52-F901-E08E-021C930B010B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34E58-152B-7839-F033-8B2F30D51168}"/>
              </a:ext>
            </a:extLst>
          </p:cNvPr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Tableau – Équipements Réseau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A19C2E-C509-1449-E459-2364A1F153D2}"/>
              </a:ext>
            </a:extLst>
          </p:cNvPr>
          <p:cNvGraphicFramePr>
            <a:graphicFrameLocks noGrp="1"/>
          </p:cNvGraphicFramePr>
          <p:nvPr/>
        </p:nvGraphicFramePr>
        <p:xfrm>
          <a:off x="690663" y="1420238"/>
          <a:ext cx="7813884" cy="315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4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4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837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err="1"/>
                        <a:t>Équipement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err="1"/>
                        <a:t>Quantité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Prix </a:t>
                      </a:r>
                      <a:r>
                        <a:rPr err="1"/>
                        <a:t>estimé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3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rPr err="1"/>
                        <a:t>Netgear</a:t>
                      </a:r>
                      <a:r>
                        <a:t> GS728TP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~1 000 €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3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rPr err="1"/>
                        <a:t>Netgate</a:t>
                      </a:r>
                      <a:r>
                        <a:t> 2100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~1 500 €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3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Baie réseau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~800 €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433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Tableau – Sauvegardes &amp; PRA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594190"/>
              </p:ext>
            </p:extLst>
          </p:nvPr>
        </p:nvGraphicFramePr>
        <p:xfrm>
          <a:off x="690663" y="1391055"/>
          <a:ext cx="7813884" cy="3185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6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709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Équipement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Prix estimé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0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Synology DS225+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~500 €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0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HDD RAID1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~300 €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0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HDD Offline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~150 €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0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AWS Glacier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~10 à 20 €/mois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03E"/>
                </a:solidFill>
              </a:defRPr>
            </a:pPr>
            <a:r>
              <a:t>Tableau – Salle Serveur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861496"/>
              </p:ext>
            </p:extLst>
          </p:nvPr>
        </p:nvGraphicFramePr>
        <p:xfrm>
          <a:off x="651753" y="1371600"/>
          <a:ext cx="7856216" cy="31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8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err="1"/>
                        <a:t>Équipement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Prix </a:t>
                      </a:r>
                      <a:r>
                        <a:rPr err="1"/>
                        <a:t>estimé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rPr err="1"/>
                        <a:t>Climatisation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~2 000 €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Ventilation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~1 000 €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rPr err="1"/>
                        <a:t>Onduleur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~2 000 €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rPr err="1"/>
                        <a:t>Sécurisation</a:t>
                      </a:r>
                      <a:r>
                        <a:t> physique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203E"/>
                          </a:solidFill>
                        </a:defRPr>
                      </a:pPr>
                      <a:r>
                        <a:t>~1 500 €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03E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315200" cy="2468880"/>
          </a:xfrm>
          <a:prstGeom prst="roundRect">
            <a:avLst/>
          </a:prstGeom>
          <a:solidFill>
            <a:srgbClr val="E6F0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rPr lang="fr-FR" b="1"/>
              <a:t>✓ Infrastructure </a:t>
            </a:r>
            <a:r>
              <a:rPr lang="fr-FR" b="1" err="1"/>
              <a:t>moderne</a:t>
            </a:r>
            <a:r>
              <a:rPr lang="fr-FR" b="1"/>
              <a:t>, </a:t>
            </a:r>
            <a:r>
              <a:rPr lang="fr-FR" b="1" err="1"/>
              <a:t>résiliente</a:t>
            </a:r>
            <a:r>
              <a:rPr lang="fr-FR" b="1"/>
              <a:t> et </a:t>
            </a:r>
            <a:r>
              <a:rPr lang="fr-FR" b="1" err="1"/>
              <a:t>évolutive</a:t>
            </a:r>
            <a:endParaRPr lang="fr-FR" b="1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fr-FR" b="1"/>
              <a:t>✓ </a:t>
            </a:r>
            <a:r>
              <a:rPr lang="fr-FR" b="1" err="1"/>
              <a:t>Réduction</a:t>
            </a:r>
            <a:r>
              <a:rPr lang="fr-FR" b="1"/>
              <a:t> significative des </a:t>
            </a:r>
            <a:r>
              <a:rPr lang="fr-FR" b="1" err="1"/>
              <a:t>risques</a:t>
            </a:r>
            <a:r>
              <a:rPr lang="fr-FR" b="1"/>
              <a:t> cyber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fr-FR" b="1"/>
              <a:t>✓ </a:t>
            </a:r>
            <a:r>
              <a:rPr lang="fr-FR" b="1" err="1"/>
              <a:t>Amélioration</a:t>
            </a:r>
            <a:r>
              <a:rPr lang="fr-FR" b="1"/>
              <a:t> de la </a:t>
            </a:r>
            <a:r>
              <a:rPr lang="fr-FR" b="1" err="1"/>
              <a:t>continuité</a:t>
            </a:r>
            <a:r>
              <a:rPr lang="fr-FR" b="1"/>
              <a:t> </a:t>
            </a:r>
            <a:r>
              <a:rPr lang="fr-FR" b="1" err="1"/>
              <a:t>d’activité</a:t>
            </a:r>
            <a:endParaRPr lang="fr-FR" b="1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fr-FR" b="1"/>
              <a:t>✓ Haute </a:t>
            </a:r>
            <a:r>
              <a:rPr lang="fr-FR" b="1" err="1"/>
              <a:t>disponibilité</a:t>
            </a:r>
            <a:r>
              <a:rPr lang="fr-FR" b="1"/>
              <a:t> grâce au clustering et à la </a:t>
            </a:r>
            <a:r>
              <a:rPr lang="fr-FR" b="1" err="1"/>
              <a:t>redondance</a:t>
            </a:r>
            <a:endParaRPr lang="fr-FR" b="1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fr-FR" b="1"/>
              <a:t>✓ Architecture </a:t>
            </a:r>
            <a:r>
              <a:rPr lang="fr-FR" b="1" err="1"/>
              <a:t>adaptée</a:t>
            </a:r>
            <a:r>
              <a:rPr lang="fr-FR" b="1"/>
              <a:t> aux </a:t>
            </a:r>
            <a:r>
              <a:rPr lang="fr-FR" b="1" err="1"/>
              <a:t>besoins</a:t>
            </a:r>
            <a:r>
              <a:rPr lang="fr-FR" b="1"/>
              <a:t> </a:t>
            </a:r>
            <a:r>
              <a:rPr lang="fr-FR" b="1" err="1"/>
              <a:t>futurs</a:t>
            </a:r>
            <a:r>
              <a:rPr lang="fr-FR" b="1"/>
              <a:t> de DATASC.SEA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03E"/>
                </a:solidFill>
              </a:defRPr>
            </a:pPr>
            <a:r>
              <a:t>Merci pour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t>Projet de sécurisation DATASC.SEA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Office PowerPoint</Application>
  <PresentationFormat>Affichage à l'écran (4:3)</PresentationFormat>
  <Paragraphs>112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Arial</vt:lpstr>
      <vt:lpstr>Garamond</vt:lpstr>
      <vt:lpstr>Organic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de sécurisation DATASC.SEA</dc:title>
  <dc:subject>Étude et conception d’une infrastructure PME sécurisée</dc:subject>
  <dc:creator>Projet pédagogique collectif</dc:creator>
  <cp:keywords/>
  <cp:lastModifiedBy>Projet Datasea</cp:lastModifiedBy>
  <cp:revision>1</cp:revision>
  <dcterms:created xsi:type="dcterms:W3CDTF">2013-01-27T09:14:16Z</dcterms:created>
  <dcterms:modified xsi:type="dcterms:W3CDTF">2026-05-18T09:05:01Z</dcterms:modified>
  <cp:category/>
</cp:coreProperties>
</file>